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19" r:id="rId5"/>
  </p:sldIdLst>
  <p:sldSz cx="12192000" cy="6858000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Black" panose="02000000000000000000" pitchFamily="2" charset="0"/>
      <p:bold r:id="rId12"/>
      <p:italic r:id="rId13"/>
      <p:boldItalic r:id="rId14"/>
    </p:embeddedFont>
    <p:embeddedFont>
      <p:font typeface="Roboto Thin" panose="02000000000000000000" pitchFamily="2" charset="0"/>
      <p:regular r:id="rId15"/>
      <p:italic r:id="rId1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16C7E07-B8CF-4FA3-9FD4-5F6E88F31C40}">
          <p14:sldIdLst/>
        </p14:section>
        <p14:section name="DISPOSITIONS VIDES" id="{954A7773-4898-4287-9EDC-51C1D42BA3DB}">
          <p14:sldIdLst>
            <p14:sldId id="319"/>
          </p14:sldIdLst>
        </p14:section>
        <p14:section name="EXEMPLES DE MISE EN PAGE" id="{1B7A5E22-6DF6-4DA2-AC13-9A36EAA8A1B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2" autoAdjust="0"/>
    <p:restoredTop sz="95833" autoAdjust="0"/>
  </p:normalViewPr>
  <p:slideViewPr>
    <p:cSldViewPr snapToGrid="0" showGuides="1">
      <p:cViewPr>
        <p:scale>
          <a:sx n="195" d="100"/>
          <a:sy n="195" d="100"/>
        </p:scale>
        <p:origin x="-1376" y="-2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0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436"/>
    </p:cViewPr>
  </p:sorterViewPr>
  <p:notesViewPr>
    <p:cSldViewPr snapToGrid="0">
      <p:cViewPr varScale="1">
        <p:scale>
          <a:sx n="170" d="100"/>
          <a:sy n="170" d="100"/>
        </p:scale>
        <p:origin x="671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EF1EDBE-0FDF-5CFA-BFB4-257C3F7EA9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2A2760-B925-DC93-1DC8-69FE845A9A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9F86F-38E2-AB49-AAEA-DB4FA4B08D49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B06B83-1D48-F924-B946-198878B1E0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21383E-3E53-778B-09A5-563649A213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C8E2B-A864-8B44-B2DF-D546D15302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773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4DDC7-75FD-4C8B-8192-CE3950D462D5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ABC4B-D8BD-445B-AAEE-1EC55DAA9F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91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C1D30-BDC2-46DC-F091-B942B5893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1238" y="4247451"/>
            <a:ext cx="7401512" cy="624581"/>
          </a:xfrm>
        </p:spPr>
        <p:txBody>
          <a:bodyPr bIns="0" anchor="b"/>
          <a:lstStyle>
            <a:lvl1pPr algn="ctr">
              <a:defRPr sz="4800" cap="none" baseline="0"/>
            </a:lvl1pPr>
          </a:lstStyle>
          <a:p>
            <a:r>
              <a:rPr lang="fr-FR" dirty="0"/>
              <a:t>Insérer le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168384-3D1D-06A2-1FC7-E9B6BB6B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79991F-73E1-D71B-7F02-2DC3C2A1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7" name="Graphique 26">
            <a:extLst>
              <a:ext uri="{FF2B5EF4-FFF2-40B4-BE49-F238E27FC236}">
                <a16:creationId xmlns:a16="http://schemas.microsoft.com/office/drawing/2014/main" id="{3A980D51-148D-2E9B-F13B-599B7B9297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161" y="619125"/>
            <a:ext cx="3764076" cy="5783216"/>
          </a:xfrm>
          <a:prstGeom prst="rect">
            <a:avLst/>
          </a:prstGeom>
        </p:spPr>
      </p:pic>
      <p:sp>
        <p:nvSpPr>
          <p:cNvPr id="29" name="Sous-titre 2">
            <a:extLst>
              <a:ext uri="{FF2B5EF4-FFF2-40B4-BE49-F238E27FC236}">
                <a16:creationId xmlns:a16="http://schemas.microsoft.com/office/drawing/2014/main" id="{DC317B57-29AA-3793-FC4E-8E425192B8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1238" y="4676775"/>
            <a:ext cx="7401512" cy="735704"/>
          </a:xfrm>
        </p:spPr>
        <p:txBody>
          <a:bodyPr tIns="0">
            <a:noAutofit/>
          </a:bodyPr>
          <a:lstStyle>
            <a:lvl1pPr marL="0" indent="0" algn="ctr">
              <a:buNone/>
              <a:defRPr sz="4800" b="0">
                <a:solidFill>
                  <a:schemeClr val="accent1"/>
                </a:solidFill>
                <a:latin typeface="Roboto Thin" panose="02000000000000000000" pitchFamily="2" charset="0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sous-titre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8A6775DC-D3E1-D83A-19A1-A2B309E907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49464" y="1616451"/>
            <a:ext cx="5385060" cy="14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2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D5DF9E-D29C-33AE-0026-60E156AB930A}"/>
              </a:ext>
            </a:extLst>
          </p:cNvPr>
          <p:cNvSpPr/>
          <p:nvPr userDrawn="1"/>
        </p:nvSpPr>
        <p:spPr>
          <a:xfrm>
            <a:off x="0" y="1"/>
            <a:ext cx="11842750" cy="2852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425DE1-6FA1-93C0-6D81-67885BF59B8E}"/>
              </a:ext>
            </a:extLst>
          </p:cNvPr>
          <p:cNvSpPr txBox="1"/>
          <p:nvPr userDrawn="1"/>
        </p:nvSpPr>
        <p:spPr>
          <a:xfrm>
            <a:off x="11427916" y="6214618"/>
            <a:ext cx="491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2872190-1A77-49F6-BF32-500CC20CB6C1}" type="slidenum">
              <a:rPr lang="fr-FR" sz="1100" b="1" smtClean="0">
                <a:solidFill>
                  <a:schemeClr val="accent1"/>
                </a:solidFill>
                <a:latin typeface="+mj-lt"/>
              </a:rPr>
              <a:pPr algn="ctr"/>
              <a:t>‹N°›</a:t>
            </a:fld>
            <a:endParaRPr lang="fr-FR" sz="11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379907-2E2C-D6E6-BAAB-A70DD080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3C2C6F-0875-9F31-5DA1-D1DF89D7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3F2AF2A7-1280-5910-5923-1E78A413EE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36952" y="0"/>
            <a:ext cx="8191886" cy="4022963"/>
          </a:xfrm>
          <a:custGeom>
            <a:avLst/>
            <a:gdLst>
              <a:gd name="connsiteX0" fmla="*/ 0 w 8191886"/>
              <a:gd name="connsiteY0" fmla="*/ 0 h 4022963"/>
              <a:gd name="connsiteX1" fmla="*/ 8191886 w 8191886"/>
              <a:gd name="connsiteY1" fmla="*/ 0 h 4022963"/>
              <a:gd name="connsiteX2" fmla="*/ 8191886 w 8191886"/>
              <a:gd name="connsiteY2" fmla="*/ 4022963 h 4022963"/>
              <a:gd name="connsiteX3" fmla="*/ 0 w 8191886"/>
              <a:gd name="connsiteY3" fmla="*/ 4022963 h 40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886" h="4022963">
                <a:moveTo>
                  <a:pt x="0" y="0"/>
                </a:moveTo>
                <a:lnTo>
                  <a:pt x="8191886" y="0"/>
                </a:lnTo>
                <a:lnTo>
                  <a:pt x="8191886" y="4022963"/>
                </a:lnTo>
                <a:lnTo>
                  <a:pt x="0" y="4022963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wrap="square" tIns="720000">
            <a:noAutofit/>
          </a:bodyPr>
          <a:lstStyle>
            <a:lvl1pPr algn="ctr">
              <a:defRPr sz="2400"/>
            </a:lvl1pPr>
          </a:lstStyle>
          <a:p>
            <a:r>
              <a:rPr lang="fr-FR"/>
              <a:t>Insérer une image</a:t>
            </a:r>
          </a:p>
        </p:txBody>
      </p:sp>
      <p:sp>
        <p:nvSpPr>
          <p:cNvPr id="33" name="Titre 1">
            <a:extLst>
              <a:ext uri="{FF2B5EF4-FFF2-40B4-BE49-F238E27FC236}">
                <a16:creationId xmlns:a16="http://schemas.microsoft.com/office/drawing/2014/main" id="{82B5D7B2-C2A5-573C-C44C-0C461A37D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6952" y="3871153"/>
            <a:ext cx="8905798" cy="624581"/>
          </a:xfrm>
        </p:spPr>
        <p:txBody>
          <a:bodyPr bIns="0" anchor="b"/>
          <a:lstStyle>
            <a:lvl1pPr algn="ctr">
              <a:defRPr sz="5400" cap="all" baseline="0"/>
            </a:lvl1pPr>
          </a:lstStyle>
          <a:p>
            <a:r>
              <a:rPr lang="fr-FR" dirty="0"/>
              <a:t>Insérer le titre</a:t>
            </a:r>
          </a:p>
        </p:txBody>
      </p:sp>
      <p:sp>
        <p:nvSpPr>
          <p:cNvPr id="34" name="Sous-titre 2">
            <a:extLst>
              <a:ext uri="{FF2B5EF4-FFF2-40B4-BE49-F238E27FC236}">
                <a16:creationId xmlns:a16="http://schemas.microsoft.com/office/drawing/2014/main" id="{A7161A84-F67C-F62D-FED9-2D6C0DBFA1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6952" y="4134499"/>
            <a:ext cx="8905798" cy="735704"/>
          </a:xfrm>
        </p:spPr>
        <p:txBody>
          <a:bodyPr tIns="0">
            <a:noAutofit/>
          </a:bodyPr>
          <a:lstStyle>
            <a:lvl1pPr marL="0" indent="0" algn="ctr">
              <a:buNone/>
              <a:defRPr sz="5400" b="0">
                <a:solidFill>
                  <a:schemeClr val="accent1"/>
                </a:solidFill>
                <a:latin typeface="Roboto Thin" panose="02000000000000000000" pitchFamily="2" charset="0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sous-titre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DCD4F928-F758-A426-5198-C74EE3125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838152"/>
            <a:ext cx="1895475" cy="1371600"/>
          </a:xfrm>
        </p:spPr>
        <p:txBody>
          <a:bodyPr anchor="b"/>
          <a:lstStyle>
            <a:lvl1pPr algn="ctr">
              <a:defRPr sz="9600" b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N°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1BF1670-9AB8-DEA5-36C6-4916725575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78754" y="5385761"/>
            <a:ext cx="2622193" cy="71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1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D5DF9E-D29C-33AE-0026-60E156AB930A}"/>
              </a:ext>
            </a:extLst>
          </p:cNvPr>
          <p:cNvSpPr/>
          <p:nvPr userDrawn="1"/>
        </p:nvSpPr>
        <p:spPr>
          <a:xfrm>
            <a:off x="0" y="1"/>
            <a:ext cx="11842750" cy="28527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425DE1-6FA1-93C0-6D81-67885BF59B8E}"/>
              </a:ext>
            </a:extLst>
          </p:cNvPr>
          <p:cNvSpPr txBox="1"/>
          <p:nvPr userDrawn="1"/>
        </p:nvSpPr>
        <p:spPr>
          <a:xfrm>
            <a:off x="11427916" y="6214618"/>
            <a:ext cx="491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2872190-1A77-49F6-BF32-500CC20CB6C1}" type="slidenum">
              <a:rPr lang="fr-FR" sz="1100" b="1" smtClean="0">
                <a:solidFill>
                  <a:schemeClr val="accent1"/>
                </a:solidFill>
                <a:latin typeface="+mj-lt"/>
              </a:rPr>
              <a:pPr algn="ctr"/>
              <a:t>‹N°›</a:t>
            </a:fld>
            <a:endParaRPr lang="fr-FR" sz="11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379907-2E2C-D6E6-BAAB-A70DD080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3C2C6F-0875-9F31-5DA1-D1DF89D7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3F2AF2A7-1280-5910-5923-1E78A413EE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36952" y="0"/>
            <a:ext cx="8191886" cy="4022963"/>
          </a:xfrm>
          <a:custGeom>
            <a:avLst/>
            <a:gdLst>
              <a:gd name="connsiteX0" fmla="*/ 0 w 8191886"/>
              <a:gd name="connsiteY0" fmla="*/ 0 h 4022963"/>
              <a:gd name="connsiteX1" fmla="*/ 8191886 w 8191886"/>
              <a:gd name="connsiteY1" fmla="*/ 0 h 4022963"/>
              <a:gd name="connsiteX2" fmla="*/ 8191886 w 8191886"/>
              <a:gd name="connsiteY2" fmla="*/ 4022963 h 4022963"/>
              <a:gd name="connsiteX3" fmla="*/ 0 w 8191886"/>
              <a:gd name="connsiteY3" fmla="*/ 4022963 h 40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1886" h="4022963">
                <a:moveTo>
                  <a:pt x="0" y="0"/>
                </a:moveTo>
                <a:lnTo>
                  <a:pt x="8191886" y="0"/>
                </a:lnTo>
                <a:lnTo>
                  <a:pt x="8191886" y="4022963"/>
                </a:lnTo>
                <a:lnTo>
                  <a:pt x="0" y="4022963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wrap="square" tIns="720000">
            <a:noAutofit/>
          </a:bodyPr>
          <a:lstStyle>
            <a:lvl1pPr algn="ctr">
              <a:defRPr sz="2400"/>
            </a:lvl1pPr>
          </a:lstStyle>
          <a:p>
            <a:r>
              <a:rPr lang="fr-FR"/>
              <a:t>Insérer une image</a:t>
            </a:r>
          </a:p>
        </p:txBody>
      </p:sp>
      <p:sp>
        <p:nvSpPr>
          <p:cNvPr id="33" name="Titre 1">
            <a:extLst>
              <a:ext uri="{FF2B5EF4-FFF2-40B4-BE49-F238E27FC236}">
                <a16:creationId xmlns:a16="http://schemas.microsoft.com/office/drawing/2014/main" id="{82B5D7B2-C2A5-573C-C44C-0C461A37D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6952" y="3871153"/>
            <a:ext cx="8905798" cy="624581"/>
          </a:xfrm>
        </p:spPr>
        <p:txBody>
          <a:bodyPr bIns="0" anchor="b"/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Insérer le titre</a:t>
            </a:r>
          </a:p>
        </p:txBody>
      </p:sp>
      <p:sp>
        <p:nvSpPr>
          <p:cNvPr id="34" name="Sous-titre 2">
            <a:extLst>
              <a:ext uri="{FF2B5EF4-FFF2-40B4-BE49-F238E27FC236}">
                <a16:creationId xmlns:a16="http://schemas.microsoft.com/office/drawing/2014/main" id="{A7161A84-F67C-F62D-FED9-2D6C0DBFA1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6952" y="4134499"/>
            <a:ext cx="8905798" cy="735704"/>
          </a:xfrm>
        </p:spPr>
        <p:txBody>
          <a:bodyPr tIns="0">
            <a:noAutofit/>
          </a:bodyPr>
          <a:lstStyle>
            <a:lvl1pPr marL="0" indent="0" algn="ctr">
              <a:buNone/>
              <a:defRPr sz="5400" b="0">
                <a:solidFill>
                  <a:schemeClr val="tx2"/>
                </a:solidFill>
                <a:latin typeface="Roboto Thin" panose="02000000000000000000" pitchFamily="2" charset="0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sous-titre</a:t>
            </a:r>
          </a:p>
        </p:txBody>
      </p:sp>
      <p:sp>
        <p:nvSpPr>
          <p:cNvPr id="44" name="Espace réservé du texte 43">
            <a:extLst>
              <a:ext uri="{FF2B5EF4-FFF2-40B4-BE49-F238E27FC236}">
                <a16:creationId xmlns:a16="http://schemas.microsoft.com/office/drawing/2014/main" id="{DCD4F928-F758-A426-5198-C74EE3125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838152"/>
            <a:ext cx="1895475" cy="1371600"/>
          </a:xfrm>
        </p:spPr>
        <p:txBody>
          <a:bodyPr anchor="b"/>
          <a:lstStyle>
            <a:lvl1pPr algn="ctr">
              <a:defRPr sz="9600" b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N°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A165A93-7AA2-3472-B63D-02D511ABCD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78754" y="5374473"/>
            <a:ext cx="2622193" cy="71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03520D1-6A5E-7404-CB7B-D1822AB09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62500" y="2422525"/>
            <a:ext cx="6708775" cy="3394075"/>
          </a:xfrm>
          <a:solidFill>
            <a:schemeClr val="accent1"/>
          </a:solidFill>
        </p:spPr>
        <p:txBody>
          <a:bodyPr lIns="972000" tIns="396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ln w="6350"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2E1341B9-11B0-6E2B-20D9-C63A5EEF08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8865" y="1697525"/>
            <a:ext cx="5982410" cy="725487"/>
          </a:xfrm>
        </p:spPr>
        <p:txBody>
          <a:bodyPr lIns="252000" tIns="0" anchor="ctr">
            <a:noAutofit/>
          </a:bodyPr>
          <a:lstStyle>
            <a:lvl1pPr marL="0" indent="0" algn="l">
              <a:lnSpc>
                <a:spcPct val="87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+mn-lt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titre de paragraphe </a:t>
            </a:r>
            <a:br>
              <a:rPr lang="fr-FR" dirty="0"/>
            </a:br>
            <a:r>
              <a:rPr lang="fr-FR" dirty="0"/>
              <a:t>sur deux lignes max</a:t>
            </a:r>
          </a:p>
        </p:txBody>
      </p:sp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28AC0483-2248-F082-068B-B85EC0BE0D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675" y="1700213"/>
            <a:ext cx="4787190" cy="3227387"/>
          </a:xfrm>
          <a:custGeom>
            <a:avLst/>
            <a:gdLst>
              <a:gd name="connsiteX0" fmla="*/ 0 w 4787190"/>
              <a:gd name="connsiteY0" fmla="*/ 0 h 3227387"/>
              <a:gd name="connsiteX1" fmla="*/ 4787190 w 4787190"/>
              <a:gd name="connsiteY1" fmla="*/ 0 h 3227387"/>
              <a:gd name="connsiteX2" fmla="*/ 4787190 w 4787190"/>
              <a:gd name="connsiteY2" fmla="*/ 3227387 h 3227387"/>
              <a:gd name="connsiteX3" fmla="*/ 0 w 4787190"/>
              <a:gd name="connsiteY3" fmla="*/ 3227387 h 322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7190" h="3227387">
                <a:moveTo>
                  <a:pt x="0" y="0"/>
                </a:moveTo>
                <a:lnTo>
                  <a:pt x="4787190" y="0"/>
                </a:lnTo>
                <a:lnTo>
                  <a:pt x="4787190" y="3227387"/>
                </a:lnTo>
                <a:lnTo>
                  <a:pt x="0" y="322738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wrap="square" tIns="720000">
            <a:noAutofit/>
          </a:bodyPr>
          <a:lstStyle>
            <a:lvl1pPr algn="ctr">
              <a:defRPr sz="2400"/>
            </a:lvl1pPr>
          </a:lstStyle>
          <a:p>
            <a:r>
              <a:rPr lang="fr-FR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290186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A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A65FDC-CB70-C3B7-0AD8-6ECD4255E51E}"/>
              </a:ext>
            </a:extLst>
          </p:cNvPr>
          <p:cNvSpPr/>
          <p:nvPr userDrawn="1"/>
        </p:nvSpPr>
        <p:spPr>
          <a:xfrm>
            <a:off x="0" y="1778000"/>
            <a:ext cx="12192000" cy="4038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BBD81DC5-AB5B-0FC1-52E4-7DB422EE84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5413" y="1268413"/>
            <a:ext cx="5021262" cy="4548187"/>
          </a:xfrm>
          <a:solidFill>
            <a:schemeClr val="accent1"/>
          </a:solidFill>
        </p:spPr>
        <p:txBody>
          <a:bodyPr lIns="252000" tIns="144000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ln w="6350"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9EA7091E-B3EB-2CF3-5CE4-1907F28B24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0725" y="1778000"/>
            <a:ext cx="5754688" cy="4038600"/>
          </a:xfrm>
        </p:spPr>
        <p:txBody>
          <a:bodyPr lIns="0" tIns="180000" rIns="720000" bIns="180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BD6359A1-5065-7E6D-CDF5-9F4E270F504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5412" y="1697525"/>
            <a:ext cx="5020901" cy="725487"/>
          </a:xfrm>
        </p:spPr>
        <p:txBody>
          <a:bodyPr lIns="252000" tIns="0" anchor="ctr">
            <a:noAutofit/>
          </a:bodyPr>
          <a:lstStyle>
            <a:lvl1pPr marL="0" indent="0" algn="l">
              <a:lnSpc>
                <a:spcPct val="87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+mn-lt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titre de paragraphe </a:t>
            </a:r>
            <a:br>
              <a:rPr lang="fr-FR" dirty="0"/>
            </a:br>
            <a:r>
              <a:rPr lang="fr-FR" dirty="0"/>
              <a:t>sur deux lignes max</a:t>
            </a:r>
          </a:p>
        </p:txBody>
      </p:sp>
    </p:spTree>
    <p:extLst>
      <p:ext uri="{BB962C8B-B14F-4D97-AF65-F5344CB8AC3E}">
        <p14:creationId xmlns:p14="http://schemas.microsoft.com/office/powerpoint/2010/main" val="289902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720725" y="1901217"/>
            <a:ext cx="11099800" cy="39153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617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720725" y="1903900"/>
            <a:ext cx="3322638" cy="3912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4453958" y="1903900"/>
            <a:ext cx="3271234" cy="3912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5"/>
          </p:nvPr>
        </p:nvSpPr>
        <p:spPr>
          <a:xfrm>
            <a:off x="8135787" y="1903900"/>
            <a:ext cx="3335488" cy="3912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76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A GAUCH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4EA4337A-CD34-5FCC-093C-2C4FC87949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86200" y="1929782"/>
            <a:ext cx="4053114" cy="3886819"/>
          </a:xfrm>
          <a:custGeom>
            <a:avLst/>
            <a:gdLst>
              <a:gd name="connsiteX0" fmla="*/ 0 w 4053114"/>
              <a:gd name="connsiteY0" fmla="*/ 0 h 3886819"/>
              <a:gd name="connsiteX1" fmla="*/ 4053114 w 4053114"/>
              <a:gd name="connsiteY1" fmla="*/ 0 h 3886819"/>
              <a:gd name="connsiteX2" fmla="*/ 4053114 w 4053114"/>
              <a:gd name="connsiteY2" fmla="*/ 3886819 h 3886819"/>
              <a:gd name="connsiteX3" fmla="*/ 0 w 4053114"/>
              <a:gd name="connsiteY3" fmla="*/ 3886819 h 38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3114" h="3886819">
                <a:moveTo>
                  <a:pt x="0" y="0"/>
                </a:moveTo>
                <a:lnTo>
                  <a:pt x="4053114" y="0"/>
                </a:lnTo>
                <a:lnTo>
                  <a:pt x="4053114" y="3886819"/>
                </a:lnTo>
                <a:lnTo>
                  <a:pt x="0" y="3886819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wrap="square" tIns="720000">
            <a:noAutofit/>
          </a:bodyPr>
          <a:lstStyle>
            <a:lvl1pPr algn="ctr">
              <a:defRPr sz="2400"/>
            </a:lvl1pPr>
          </a:lstStyle>
          <a:p>
            <a:r>
              <a:rPr lang="fr-FR"/>
              <a:t>Insérer une image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916FBF44-82A3-F23B-929F-4E97BE277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62900" y="2746788"/>
            <a:ext cx="3857624" cy="3069812"/>
          </a:xfrm>
        </p:spPr>
        <p:txBody>
          <a:bodyPr lIns="252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00EDD8EB-E11F-36AB-1D84-23BD56C5C6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2900" y="1929782"/>
            <a:ext cx="3857624" cy="725487"/>
          </a:xfrm>
        </p:spPr>
        <p:txBody>
          <a:bodyPr lIns="252000" tIns="0" anchor="ctr">
            <a:noAutofit/>
          </a:bodyPr>
          <a:lstStyle>
            <a:lvl1pPr marL="0" indent="0" algn="l">
              <a:lnSpc>
                <a:spcPct val="87000"/>
              </a:lnSpc>
              <a:spcBef>
                <a:spcPts val="0"/>
              </a:spcBef>
              <a:buNone/>
              <a:defRPr sz="1600" b="1">
                <a:solidFill>
                  <a:schemeClr val="accent1"/>
                </a:solidFill>
                <a:latin typeface="+mn-lt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titre de paragraphe </a:t>
            </a:r>
            <a:br>
              <a:rPr lang="fr-FR" dirty="0"/>
            </a:br>
            <a:r>
              <a:rPr lang="fr-FR" dirty="0"/>
              <a:t>sur deux lignes max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214EA-92FC-C4FC-C363-81AE8C8D2AE7}"/>
              </a:ext>
            </a:extLst>
          </p:cNvPr>
          <p:cNvSpPr/>
          <p:nvPr userDrawn="1"/>
        </p:nvSpPr>
        <p:spPr>
          <a:xfrm>
            <a:off x="0" y="0"/>
            <a:ext cx="3886200" cy="5816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40200" y="650182"/>
            <a:ext cx="8051800" cy="6245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A3831386-92B1-DCA8-3A17-A349BFDF34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5" y="2852738"/>
            <a:ext cx="3013075" cy="2963862"/>
          </a:xfrm>
        </p:spPr>
        <p:txBody>
          <a:bodyPr/>
          <a:lstStyle>
            <a:lvl1pPr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186C1C0C-A0B0-3AFD-5275-7D7C1ACE6F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4021" y="1413792"/>
            <a:ext cx="1051832" cy="938884"/>
          </a:xfrm>
          <a:custGeom>
            <a:avLst/>
            <a:gdLst>
              <a:gd name="connsiteX0" fmla="*/ 0 w 4053114"/>
              <a:gd name="connsiteY0" fmla="*/ 0 h 3886819"/>
              <a:gd name="connsiteX1" fmla="*/ 4053114 w 4053114"/>
              <a:gd name="connsiteY1" fmla="*/ 0 h 3886819"/>
              <a:gd name="connsiteX2" fmla="*/ 4053114 w 4053114"/>
              <a:gd name="connsiteY2" fmla="*/ 3886819 h 3886819"/>
              <a:gd name="connsiteX3" fmla="*/ 0 w 4053114"/>
              <a:gd name="connsiteY3" fmla="*/ 3886819 h 38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3114" h="3886819">
                <a:moveTo>
                  <a:pt x="0" y="0"/>
                </a:moveTo>
                <a:lnTo>
                  <a:pt x="4053114" y="0"/>
                </a:lnTo>
                <a:lnTo>
                  <a:pt x="4053114" y="3886819"/>
                </a:lnTo>
                <a:lnTo>
                  <a:pt x="0" y="3886819"/>
                </a:lnTo>
                <a:close/>
              </a:path>
            </a:pathLst>
          </a:custGeom>
          <a:noFill/>
        </p:spPr>
        <p:txBody>
          <a:bodyPr wrap="square" tIns="720000" rIns="0">
            <a:noAutofit/>
          </a:bodyPr>
          <a:lstStyle>
            <a:lvl1pPr algn="ctr">
              <a:defRPr sz="1200"/>
            </a:lvl1pPr>
          </a:lstStyle>
          <a:p>
            <a:r>
              <a:rPr lang="fr-FR"/>
              <a:t>Insérer </a:t>
            </a:r>
            <a:r>
              <a:rPr lang="fr-FR" err="1"/>
              <a:t>picto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13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A GAUCHE SAN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916FBF44-82A3-F23B-929F-4E97BE277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40200" y="2746788"/>
            <a:ext cx="7680324" cy="3069812"/>
          </a:xfrm>
        </p:spPr>
        <p:txBody>
          <a:bodyPr l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00EDD8EB-E11F-36AB-1D84-23BD56C5C6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200" y="1929782"/>
            <a:ext cx="7680324" cy="725487"/>
          </a:xfrm>
        </p:spPr>
        <p:txBody>
          <a:bodyPr lIns="0" tIns="0" anchor="ctr">
            <a:noAutofit/>
          </a:bodyPr>
          <a:lstStyle>
            <a:lvl1pPr marL="0" indent="0" algn="l">
              <a:lnSpc>
                <a:spcPct val="87000"/>
              </a:lnSpc>
              <a:spcBef>
                <a:spcPts val="0"/>
              </a:spcBef>
              <a:buNone/>
              <a:defRPr sz="1600" b="1">
                <a:solidFill>
                  <a:schemeClr val="accent1"/>
                </a:solidFill>
                <a:latin typeface="+mn-lt"/>
                <a:ea typeface="Roboto Thin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Insérer le titre de paragraphe </a:t>
            </a:r>
            <a:br>
              <a:rPr lang="fr-FR" dirty="0"/>
            </a:br>
            <a:r>
              <a:rPr lang="fr-FR" dirty="0"/>
              <a:t>sur deux lignes max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214EA-92FC-C4FC-C363-81AE8C8D2AE7}"/>
              </a:ext>
            </a:extLst>
          </p:cNvPr>
          <p:cNvSpPr/>
          <p:nvPr userDrawn="1"/>
        </p:nvSpPr>
        <p:spPr>
          <a:xfrm>
            <a:off x="0" y="0"/>
            <a:ext cx="3886200" cy="5816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40200" y="650182"/>
            <a:ext cx="8051800" cy="6245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8">
            <a:extLst>
              <a:ext uri="{FF2B5EF4-FFF2-40B4-BE49-F238E27FC236}">
                <a16:creationId xmlns:a16="http://schemas.microsoft.com/office/drawing/2014/main" id="{A3831386-92B1-DCA8-3A17-A349BFDF34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5" y="2852738"/>
            <a:ext cx="3013075" cy="2963862"/>
          </a:xfrm>
        </p:spPr>
        <p:txBody>
          <a:bodyPr/>
          <a:lstStyle>
            <a:lvl1pPr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186C1C0C-A0B0-3AFD-5275-7D7C1ACE6F6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4021" y="1413792"/>
            <a:ext cx="1051832" cy="938884"/>
          </a:xfrm>
          <a:custGeom>
            <a:avLst/>
            <a:gdLst>
              <a:gd name="connsiteX0" fmla="*/ 0 w 4053114"/>
              <a:gd name="connsiteY0" fmla="*/ 0 h 3886819"/>
              <a:gd name="connsiteX1" fmla="*/ 4053114 w 4053114"/>
              <a:gd name="connsiteY1" fmla="*/ 0 h 3886819"/>
              <a:gd name="connsiteX2" fmla="*/ 4053114 w 4053114"/>
              <a:gd name="connsiteY2" fmla="*/ 3886819 h 3886819"/>
              <a:gd name="connsiteX3" fmla="*/ 0 w 4053114"/>
              <a:gd name="connsiteY3" fmla="*/ 3886819 h 38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3114" h="3886819">
                <a:moveTo>
                  <a:pt x="0" y="0"/>
                </a:moveTo>
                <a:lnTo>
                  <a:pt x="4053114" y="0"/>
                </a:lnTo>
                <a:lnTo>
                  <a:pt x="4053114" y="3886819"/>
                </a:lnTo>
                <a:lnTo>
                  <a:pt x="0" y="3886819"/>
                </a:lnTo>
                <a:close/>
              </a:path>
            </a:pathLst>
          </a:custGeom>
          <a:noFill/>
        </p:spPr>
        <p:txBody>
          <a:bodyPr wrap="square" tIns="720000" rIns="0">
            <a:noAutofit/>
          </a:bodyPr>
          <a:lstStyle>
            <a:lvl1pPr algn="ctr">
              <a:defRPr sz="1200"/>
            </a:lvl1pPr>
          </a:lstStyle>
          <a:p>
            <a:r>
              <a:rPr lang="fr-FR"/>
              <a:t>Insérer </a:t>
            </a:r>
            <a:r>
              <a:rPr lang="fr-FR" err="1"/>
              <a:t>picto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85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70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202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014808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'élément multimédia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fr-FR"/>
              <a:t>Cliquez sur l'icône pour ajouter l'élément multimédia</a:t>
            </a:r>
          </a:p>
        </p:txBody>
      </p:sp>
    </p:spTree>
    <p:extLst>
      <p:ext uri="{BB962C8B-B14F-4D97-AF65-F5344CB8AC3E}">
        <p14:creationId xmlns:p14="http://schemas.microsoft.com/office/powerpoint/2010/main" val="424729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20725" y="650182"/>
            <a:ext cx="11471275" cy="62458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5326" y="1857375"/>
            <a:ext cx="11125200" cy="356522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639248" y="6245979"/>
            <a:ext cx="857066" cy="19555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93663" indent="-93663" algn="l">
              <a:lnSpc>
                <a:spcPct val="87000"/>
              </a:lnSpc>
              <a:buFont typeface="Arial" panose="020B0604020202020204" pitchFamily="34" charset="0"/>
              <a:buChar char="I"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880EC43-BE5E-458B-90B3-57C24CD6DAB7}" type="datetimeFigureOut">
              <a:rPr lang="fr-FR" smtClean="0"/>
              <a:pPr/>
              <a:t>19/03/2025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216195" y="6245979"/>
            <a:ext cx="5423053" cy="192865"/>
          </a:xfrm>
          <a:prstGeom prst="rect">
            <a:avLst/>
          </a:prstGeom>
        </p:spPr>
        <p:txBody>
          <a:bodyPr vert="horz" lIns="91440" tIns="45720" rIns="72000" bIns="45720" rtlCol="0" anchor="ctr">
            <a:noAutofit/>
          </a:bodyPr>
          <a:lstStyle>
            <a:lvl1pPr algn="r">
              <a:lnSpc>
                <a:spcPct val="87000"/>
              </a:lnSpc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r-FR"/>
          </a:p>
        </p:txBody>
      </p:sp>
      <p:grpSp>
        <p:nvGrpSpPr>
          <p:cNvPr id="28" name="Groupe 27" hidden="1">
            <a:extLst>
              <a:ext uri="{FF2B5EF4-FFF2-40B4-BE49-F238E27FC236}">
                <a16:creationId xmlns:a16="http://schemas.microsoft.com/office/drawing/2014/main" id="{D8B8339F-4AB3-6B13-8A47-981D8148462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1496314" y="0"/>
            <a:ext cx="695686" cy="692617"/>
            <a:chOff x="11496314" y="0"/>
            <a:chExt cx="695686" cy="692617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A1C8D7E1-2D8E-E7B0-FA02-8E8DADC6080D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1496314" y="345281"/>
              <a:ext cx="352786" cy="347336"/>
              <a:chOff x="1439272" y="5553812"/>
              <a:chExt cx="144476" cy="142244"/>
            </a:xfrm>
            <a:solidFill>
              <a:schemeClr val="bg2"/>
            </a:solidFill>
          </p:grpSpPr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00966BEB-9B68-06AC-84E9-556AD659B8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439272" y="5553812"/>
                <a:ext cx="144476" cy="142244"/>
              </a:xfrm>
              <a:custGeom>
                <a:avLst/>
                <a:gdLst>
                  <a:gd name="connsiteX0" fmla="*/ 140391 w 144476"/>
                  <a:gd name="connsiteY0" fmla="*/ 53410 h 142244"/>
                  <a:gd name="connsiteX1" fmla="*/ 124427 w 144476"/>
                  <a:gd name="connsiteY1" fmla="*/ 24641 h 142244"/>
                  <a:gd name="connsiteX2" fmla="*/ 140391 w 144476"/>
                  <a:gd name="connsiteY2" fmla="*/ 8972 h 142244"/>
                  <a:gd name="connsiteX3" fmla="*/ 140391 w 144476"/>
                  <a:gd name="connsiteY3" fmla="*/ 53452 h 142244"/>
                  <a:gd name="connsiteX4" fmla="*/ 140391 w 144476"/>
                  <a:gd name="connsiteY4" fmla="*/ 134283 h 142244"/>
                  <a:gd name="connsiteX5" fmla="*/ 124006 w 144476"/>
                  <a:gd name="connsiteY5" fmla="*/ 118151 h 142244"/>
                  <a:gd name="connsiteX6" fmla="*/ 140391 w 144476"/>
                  <a:gd name="connsiteY6" fmla="*/ 88876 h 142244"/>
                  <a:gd name="connsiteX7" fmla="*/ 140391 w 144476"/>
                  <a:gd name="connsiteY7" fmla="*/ 134283 h 142244"/>
                  <a:gd name="connsiteX8" fmla="*/ 90477 w 144476"/>
                  <a:gd name="connsiteY8" fmla="*/ 137990 h 142244"/>
                  <a:gd name="connsiteX9" fmla="*/ 120215 w 144476"/>
                  <a:gd name="connsiteY9" fmla="*/ 121857 h 142244"/>
                  <a:gd name="connsiteX10" fmla="*/ 136600 w 144476"/>
                  <a:gd name="connsiteY10" fmla="*/ 137990 h 142244"/>
                  <a:gd name="connsiteX11" fmla="*/ 90477 w 144476"/>
                  <a:gd name="connsiteY11" fmla="*/ 137990 h 142244"/>
                  <a:gd name="connsiteX12" fmla="*/ 34203 w 144476"/>
                  <a:gd name="connsiteY12" fmla="*/ 124258 h 142244"/>
                  <a:gd name="connsiteX13" fmla="*/ 72617 w 144476"/>
                  <a:gd name="connsiteY13" fmla="*/ 99112 h 142244"/>
                  <a:gd name="connsiteX14" fmla="*/ 71312 w 144476"/>
                  <a:gd name="connsiteY14" fmla="*/ 99028 h 142244"/>
                  <a:gd name="connsiteX15" fmla="*/ 35719 w 144476"/>
                  <a:gd name="connsiteY15" fmla="*/ 118404 h 142244"/>
                  <a:gd name="connsiteX16" fmla="*/ 33908 w 144476"/>
                  <a:gd name="connsiteY16" fmla="*/ 124006 h 142244"/>
                  <a:gd name="connsiteX17" fmla="*/ 33023 w 144476"/>
                  <a:gd name="connsiteY17" fmla="*/ 123290 h 142244"/>
                  <a:gd name="connsiteX18" fmla="*/ 32939 w 144476"/>
                  <a:gd name="connsiteY18" fmla="*/ 123416 h 142244"/>
                  <a:gd name="connsiteX19" fmla="*/ 29443 w 144476"/>
                  <a:gd name="connsiteY19" fmla="*/ 120804 h 142244"/>
                  <a:gd name="connsiteX20" fmla="*/ 29569 w 144476"/>
                  <a:gd name="connsiteY20" fmla="*/ 120594 h 142244"/>
                  <a:gd name="connsiteX21" fmla="*/ 28053 w 144476"/>
                  <a:gd name="connsiteY21" fmla="*/ 119372 h 142244"/>
                  <a:gd name="connsiteX22" fmla="*/ 33992 w 144476"/>
                  <a:gd name="connsiteY22" fmla="*/ 113517 h 142244"/>
                  <a:gd name="connsiteX23" fmla="*/ 71312 w 144476"/>
                  <a:gd name="connsiteY23" fmla="*/ 94815 h 142244"/>
                  <a:gd name="connsiteX24" fmla="*/ 82390 w 144476"/>
                  <a:gd name="connsiteY24" fmla="*/ 96248 h 142244"/>
                  <a:gd name="connsiteX25" fmla="*/ 71438 w 144476"/>
                  <a:gd name="connsiteY25" fmla="*/ 71143 h 142244"/>
                  <a:gd name="connsiteX26" fmla="*/ 84411 w 144476"/>
                  <a:gd name="connsiteY26" fmla="*/ 44059 h 142244"/>
                  <a:gd name="connsiteX27" fmla="*/ 72196 w 144476"/>
                  <a:gd name="connsiteY27" fmla="*/ 6023 h 142244"/>
                  <a:gd name="connsiteX28" fmla="*/ 72365 w 144476"/>
                  <a:gd name="connsiteY28" fmla="*/ 6023 h 142244"/>
                  <a:gd name="connsiteX29" fmla="*/ 116719 w 144476"/>
                  <a:gd name="connsiteY29" fmla="*/ 22914 h 142244"/>
                  <a:gd name="connsiteX30" fmla="*/ 102903 w 144476"/>
                  <a:gd name="connsiteY30" fmla="*/ 36477 h 142244"/>
                  <a:gd name="connsiteX31" fmla="*/ 84454 w 144476"/>
                  <a:gd name="connsiteY31" fmla="*/ 44228 h 142244"/>
                  <a:gd name="connsiteX32" fmla="*/ 85802 w 144476"/>
                  <a:gd name="connsiteY32" fmla="*/ 48355 h 142244"/>
                  <a:gd name="connsiteX33" fmla="*/ 75608 w 144476"/>
                  <a:gd name="connsiteY33" fmla="*/ 71101 h 142244"/>
                  <a:gd name="connsiteX34" fmla="*/ 101934 w 144476"/>
                  <a:gd name="connsiteY34" fmla="*/ 101639 h 142244"/>
                  <a:gd name="connsiteX35" fmla="*/ 103366 w 144476"/>
                  <a:gd name="connsiteY35" fmla="*/ 105809 h 142244"/>
                  <a:gd name="connsiteX36" fmla="*/ 103914 w 144476"/>
                  <a:gd name="connsiteY36" fmla="*/ 105851 h 142244"/>
                  <a:gd name="connsiteX37" fmla="*/ 117140 w 144476"/>
                  <a:gd name="connsiteY37" fmla="*/ 118867 h 142244"/>
                  <a:gd name="connsiteX38" fmla="*/ 113602 w 144476"/>
                  <a:gd name="connsiteY38" fmla="*/ 121857 h 142244"/>
                  <a:gd name="connsiteX39" fmla="*/ 113602 w 144476"/>
                  <a:gd name="connsiteY39" fmla="*/ 121857 h 142244"/>
                  <a:gd name="connsiteX40" fmla="*/ 110064 w 144476"/>
                  <a:gd name="connsiteY40" fmla="*/ 124553 h 142244"/>
                  <a:gd name="connsiteX41" fmla="*/ 110064 w 144476"/>
                  <a:gd name="connsiteY41" fmla="*/ 124469 h 142244"/>
                  <a:gd name="connsiteX42" fmla="*/ 108842 w 144476"/>
                  <a:gd name="connsiteY42" fmla="*/ 125311 h 142244"/>
                  <a:gd name="connsiteX43" fmla="*/ 106946 w 144476"/>
                  <a:gd name="connsiteY43" fmla="*/ 118656 h 142244"/>
                  <a:gd name="connsiteX44" fmla="*/ 72828 w 144476"/>
                  <a:gd name="connsiteY44" fmla="*/ 99112 h 142244"/>
                  <a:gd name="connsiteX45" fmla="*/ 108716 w 144476"/>
                  <a:gd name="connsiteY45" fmla="*/ 125438 h 142244"/>
                  <a:gd name="connsiteX46" fmla="*/ 72281 w 144476"/>
                  <a:gd name="connsiteY46" fmla="*/ 136221 h 142244"/>
                  <a:gd name="connsiteX47" fmla="*/ 34118 w 144476"/>
                  <a:gd name="connsiteY47" fmla="*/ 124216 h 142244"/>
                  <a:gd name="connsiteX48" fmla="*/ 9014 w 144476"/>
                  <a:gd name="connsiteY48" fmla="*/ 137948 h 142244"/>
                  <a:gd name="connsiteX49" fmla="*/ 24978 w 144476"/>
                  <a:gd name="connsiteY49" fmla="*/ 122279 h 142244"/>
                  <a:gd name="connsiteX50" fmla="*/ 54210 w 144476"/>
                  <a:gd name="connsiteY50" fmla="*/ 137948 h 142244"/>
                  <a:gd name="connsiteX51" fmla="*/ 9056 w 144476"/>
                  <a:gd name="connsiteY51" fmla="*/ 137948 h 142244"/>
                  <a:gd name="connsiteX52" fmla="*/ 4296 w 144476"/>
                  <a:gd name="connsiteY52" fmla="*/ 133272 h 142244"/>
                  <a:gd name="connsiteX53" fmla="*/ 4296 w 144476"/>
                  <a:gd name="connsiteY53" fmla="*/ 88876 h 142244"/>
                  <a:gd name="connsiteX54" fmla="*/ 20260 w 144476"/>
                  <a:gd name="connsiteY54" fmla="*/ 117603 h 142244"/>
                  <a:gd name="connsiteX55" fmla="*/ 4296 w 144476"/>
                  <a:gd name="connsiteY55" fmla="*/ 133272 h 142244"/>
                  <a:gd name="connsiteX56" fmla="*/ 4296 w 144476"/>
                  <a:gd name="connsiteY56" fmla="*/ 7919 h 142244"/>
                  <a:gd name="connsiteX57" fmla="*/ 20682 w 144476"/>
                  <a:gd name="connsiteY57" fmla="*/ 24051 h 142244"/>
                  <a:gd name="connsiteX58" fmla="*/ 4296 w 144476"/>
                  <a:gd name="connsiteY58" fmla="*/ 53284 h 142244"/>
                  <a:gd name="connsiteX59" fmla="*/ 4296 w 144476"/>
                  <a:gd name="connsiteY59" fmla="*/ 7919 h 142244"/>
                  <a:gd name="connsiteX60" fmla="*/ 54210 w 144476"/>
                  <a:gd name="connsiteY60" fmla="*/ 4212 h 142244"/>
                  <a:gd name="connsiteX61" fmla="*/ 24473 w 144476"/>
                  <a:gd name="connsiteY61" fmla="*/ 20345 h 142244"/>
                  <a:gd name="connsiteX62" fmla="*/ 8087 w 144476"/>
                  <a:gd name="connsiteY62" fmla="*/ 4212 h 142244"/>
                  <a:gd name="connsiteX63" fmla="*/ 54210 w 144476"/>
                  <a:gd name="connsiteY63" fmla="*/ 4212 h 142244"/>
                  <a:gd name="connsiteX64" fmla="*/ 27463 w 144476"/>
                  <a:gd name="connsiteY64" fmla="*/ 23251 h 142244"/>
                  <a:gd name="connsiteX65" fmla="*/ 71817 w 144476"/>
                  <a:gd name="connsiteY65" fmla="*/ 5939 h 142244"/>
                  <a:gd name="connsiteX66" fmla="*/ 57369 w 144476"/>
                  <a:gd name="connsiteY66" fmla="*/ 50967 h 142244"/>
                  <a:gd name="connsiteX67" fmla="*/ 55642 w 144476"/>
                  <a:gd name="connsiteY67" fmla="*/ 50967 h 142244"/>
                  <a:gd name="connsiteX68" fmla="*/ 27463 w 144476"/>
                  <a:gd name="connsiteY68" fmla="*/ 23251 h 142244"/>
                  <a:gd name="connsiteX69" fmla="*/ 40647 w 144476"/>
                  <a:gd name="connsiteY69" fmla="*/ 73713 h 142244"/>
                  <a:gd name="connsiteX70" fmla="*/ 48229 w 144476"/>
                  <a:gd name="connsiteY70" fmla="*/ 79104 h 142244"/>
                  <a:gd name="connsiteX71" fmla="*/ 43090 w 144476"/>
                  <a:gd name="connsiteY71" fmla="*/ 95110 h 142244"/>
                  <a:gd name="connsiteX72" fmla="*/ 23251 w 144476"/>
                  <a:gd name="connsiteY72" fmla="*/ 114655 h 142244"/>
                  <a:gd name="connsiteX73" fmla="*/ 6234 w 144476"/>
                  <a:gd name="connsiteY73" fmla="*/ 73713 h 142244"/>
                  <a:gd name="connsiteX74" fmla="*/ 40689 w 144476"/>
                  <a:gd name="connsiteY74" fmla="*/ 73713 h 142244"/>
                  <a:gd name="connsiteX75" fmla="*/ 9309 w 144476"/>
                  <a:gd name="connsiteY75" fmla="*/ 51009 h 142244"/>
                  <a:gd name="connsiteX76" fmla="*/ 23672 w 144476"/>
                  <a:gd name="connsiteY76" fmla="*/ 27000 h 142244"/>
                  <a:gd name="connsiteX77" fmla="*/ 48061 w 144476"/>
                  <a:gd name="connsiteY77" fmla="*/ 51009 h 142244"/>
                  <a:gd name="connsiteX78" fmla="*/ 9309 w 144476"/>
                  <a:gd name="connsiteY78" fmla="*/ 51009 h 142244"/>
                  <a:gd name="connsiteX79" fmla="*/ 33318 w 144476"/>
                  <a:gd name="connsiteY79" fmla="*/ 68447 h 142244"/>
                  <a:gd name="connsiteX80" fmla="*/ 6192 w 144476"/>
                  <a:gd name="connsiteY80" fmla="*/ 68447 h 142244"/>
                  <a:gd name="connsiteX81" fmla="*/ 9225 w 144476"/>
                  <a:gd name="connsiteY81" fmla="*/ 51220 h 142244"/>
                  <a:gd name="connsiteX82" fmla="*/ 33318 w 144476"/>
                  <a:gd name="connsiteY82" fmla="*/ 68447 h 142244"/>
                  <a:gd name="connsiteX83" fmla="*/ 112212 w 144476"/>
                  <a:gd name="connsiteY83" fmla="*/ 36477 h 142244"/>
                  <a:gd name="connsiteX84" fmla="*/ 121394 w 144476"/>
                  <a:gd name="connsiteY84" fmla="*/ 27463 h 142244"/>
                  <a:gd name="connsiteX85" fmla="*/ 134410 w 144476"/>
                  <a:gd name="connsiteY85" fmla="*/ 48735 h 142244"/>
                  <a:gd name="connsiteX86" fmla="*/ 112212 w 144476"/>
                  <a:gd name="connsiteY86" fmla="*/ 36435 h 142244"/>
                  <a:gd name="connsiteX87" fmla="*/ 110864 w 144476"/>
                  <a:gd name="connsiteY87" fmla="*/ 68405 h 142244"/>
                  <a:gd name="connsiteX88" fmla="*/ 132430 w 144476"/>
                  <a:gd name="connsiteY88" fmla="*/ 52862 h 142244"/>
                  <a:gd name="connsiteX89" fmla="*/ 138285 w 144476"/>
                  <a:gd name="connsiteY89" fmla="*/ 68405 h 142244"/>
                  <a:gd name="connsiteX90" fmla="*/ 110864 w 144476"/>
                  <a:gd name="connsiteY90" fmla="*/ 68405 h 142244"/>
                  <a:gd name="connsiteX91" fmla="*/ 97469 w 144476"/>
                  <a:gd name="connsiteY91" fmla="*/ 50925 h 142244"/>
                  <a:gd name="connsiteX92" fmla="*/ 108421 w 144476"/>
                  <a:gd name="connsiteY92" fmla="*/ 40184 h 142244"/>
                  <a:gd name="connsiteX93" fmla="*/ 130829 w 144476"/>
                  <a:gd name="connsiteY93" fmla="*/ 50925 h 142244"/>
                  <a:gd name="connsiteX94" fmla="*/ 97469 w 144476"/>
                  <a:gd name="connsiteY94" fmla="*/ 50925 h 142244"/>
                  <a:gd name="connsiteX95" fmla="*/ 87992 w 144476"/>
                  <a:gd name="connsiteY95" fmla="*/ 50925 h 142244"/>
                  <a:gd name="connsiteX96" fmla="*/ 86560 w 144476"/>
                  <a:gd name="connsiteY96" fmla="*/ 50925 h 142244"/>
                  <a:gd name="connsiteX97" fmla="*/ 85717 w 144476"/>
                  <a:gd name="connsiteY97" fmla="*/ 48355 h 142244"/>
                  <a:gd name="connsiteX98" fmla="*/ 97343 w 144476"/>
                  <a:gd name="connsiteY98" fmla="*/ 41700 h 142244"/>
                  <a:gd name="connsiteX99" fmla="*/ 87950 w 144476"/>
                  <a:gd name="connsiteY99" fmla="*/ 50925 h 142244"/>
                  <a:gd name="connsiteX100" fmla="*/ 134368 w 144476"/>
                  <a:gd name="connsiteY100" fmla="*/ 93299 h 142244"/>
                  <a:gd name="connsiteX101" fmla="*/ 120889 w 144476"/>
                  <a:gd name="connsiteY101" fmla="*/ 115076 h 142244"/>
                  <a:gd name="connsiteX102" fmla="*/ 111327 w 144476"/>
                  <a:gd name="connsiteY102" fmla="*/ 105641 h 142244"/>
                  <a:gd name="connsiteX103" fmla="*/ 134368 w 144476"/>
                  <a:gd name="connsiteY103" fmla="*/ 93257 h 142244"/>
                  <a:gd name="connsiteX104" fmla="*/ 107494 w 144476"/>
                  <a:gd name="connsiteY104" fmla="*/ 101892 h 142244"/>
                  <a:gd name="connsiteX105" fmla="*/ 100123 w 144476"/>
                  <a:gd name="connsiteY105" fmla="*/ 94647 h 142244"/>
                  <a:gd name="connsiteX106" fmla="*/ 95742 w 144476"/>
                  <a:gd name="connsiteY106" fmla="*/ 79231 h 142244"/>
                  <a:gd name="connsiteX107" fmla="*/ 103535 w 144476"/>
                  <a:gd name="connsiteY107" fmla="*/ 73628 h 142244"/>
                  <a:gd name="connsiteX108" fmla="*/ 138243 w 144476"/>
                  <a:gd name="connsiteY108" fmla="*/ 73628 h 142244"/>
                  <a:gd name="connsiteX109" fmla="*/ 107494 w 144476"/>
                  <a:gd name="connsiteY109" fmla="*/ 101892 h 142244"/>
                  <a:gd name="connsiteX110" fmla="*/ 135547 w 144476"/>
                  <a:gd name="connsiteY110" fmla="*/ 4128 h 142244"/>
                  <a:gd name="connsiteX111" fmla="*/ 119583 w 144476"/>
                  <a:gd name="connsiteY111" fmla="*/ 19797 h 142244"/>
                  <a:gd name="connsiteX112" fmla="*/ 90351 w 144476"/>
                  <a:gd name="connsiteY112" fmla="*/ 4128 h 142244"/>
                  <a:gd name="connsiteX113" fmla="*/ 135547 w 144476"/>
                  <a:gd name="connsiteY113" fmla="*/ 4128 h 142244"/>
                  <a:gd name="connsiteX114" fmla="*/ 84 w 144476"/>
                  <a:gd name="connsiteY114" fmla="*/ 0 h 142244"/>
                  <a:gd name="connsiteX115" fmla="*/ 84 w 144476"/>
                  <a:gd name="connsiteY115" fmla="*/ 137485 h 142244"/>
                  <a:gd name="connsiteX116" fmla="*/ 0 w 144476"/>
                  <a:gd name="connsiteY116" fmla="*/ 137569 h 142244"/>
                  <a:gd name="connsiteX117" fmla="*/ 84 w 144476"/>
                  <a:gd name="connsiteY117" fmla="*/ 137653 h 142244"/>
                  <a:gd name="connsiteX118" fmla="*/ 84 w 144476"/>
                  <a:gd name="connsiteY118" fmla="*/ 142160 h 142244"/>
                  <a:gd name="connsiteX119" fmla="*/ 4633 w 144476"/>
                  <a:gd name="connsiteY119" fmla="*/ 142160 h 142244"/>
                  <a:gd name="connsiteX120" fmla="*/ 4718 w 144476"/>
                  <a:gd name="connsiteY120" fmla="*/ 142244 h 142244"/>
                  <a:gd name="connsiteX121" fmla="*/ 4802 w 144476"/>
                  <a:gd name="connsiteY121" fmla="*/ 142160 h 142244"/>
                  <a:gd name="connsiteX122" fmla="*/ 144477 w 144476"/>
                  <a:gd name="connsiteY122" fmla="*/ 142160 h 142244"/>
                  <a:gd name="connsiteX123" fmla="*/ 144477 w 144476"/>
                  <a:gd name="connsiteY123" fmla="*/ 168 h 142244"/>
                  <a:gd name="connsiteX124" fmla="*/ 84 w 144476"/>
                  <a:gd name="connsiteY124" fmla="*/ 168 h 14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4476" h="142244">
                    <a:moveTo>
                      <a:pt x="140391" y="53410"/>
                    </a:moveTo>
                    <a:cubicBezTo>
                      <a:pt x="137443" y="42543"/>
                      <a:pt x="131925" y="32728"/>
                      <a:pt x="124427" y="24641"/>
                    </a:cubicBezTo>
                    <a:lnTo>
                      <a:pt x="140391" y="8972"/>
                    </a:lnTo>
                    <a:lnTo>
                      <a:pt x="140391" y="53452"/>
                    </a:lnTo>
                    <a:close/>
                    <a:moveTo>
                      <a:pt x="140391" y="134283"/>
                    </a:moveTo>
                    <a:lnTo>
                      <a:pt x="124006" y="118151"/>
                    </a:lnTo>
                    <a:cubicBezTo>
                      <a:pt x="131714" y="109979"/>
                      <a:pt x="137400" y="99996"/>
                      <a:pt x="140391" y="88876"/>
                    </a:cubicBezTo>
                    <a:lnTo>
                      <a:pt x="140391" y="134283"/>
                    </a:lnTo>
                    <a:close/>
                    <a:moveTo>
                      <a:pt x="90477" y="137990"/>
                    </a:moveTo>
                    <a:cubicBezTo>
                      <a:pt x="101766" y="135042"/>
                      <a:pt x="111875" y="129439"/>
                      <a:pt x="120215" y="121857"/>
                    </a:cubicBezTo>
                    <a:lnTo>
                      <a:pt x="136600" y="137990"/>
                    </a:lnTo>
                    <a:lnTo>
                      <a:pt x="90477" y="137990"/>
                    </a:lnTo>
                    <a:close/>
                    <a:moveTo>
                      <a:pt x="34203" y="124258"/>
                    </a:moveTo>
                    <a:lnTo>
                      <a:pt x="72617" y="99112"/>
                    </a:lnTo>
                    <a:cubicBezTo>
                      <a:pt x="72154" y="99112"/>
                      <a:pt x="71775" y="99028"/>
                      <a:pt x="71312" y="99028"/>
                    </a:cubicBezTo>
                    <a:cubicBezTo>
                      <a:pt x="56316" y="99028"/>
                      <a:pt x="43175" y="106778"/>
                      <a:pt x="35719" y="118404"/>
                    </a:cubicBezTo>
                    <a:lnTo>
                      <a:pt x="33908" y="124006"/>
                    </a:lnTo>
                    <a:cubicBezTo>
                      <a:pt x="33613" y="123795"/>
                      <a:pt x="33318" y="123542"/>
                      <a:pt x="33023" y="123290"/>
                    </a:cubicBezTo>
                    <a:cubicBezTo>
                      <a:pt x="33023" y="123332"/>
                      <a:pt x="32981" y="123374"/>
                      <a:pt x="32939" y="123416"/>
                    </a:cubicBezTo>
                    <a:lnTo>
                      <a:pt x="29443" y="120804"/>
                    </a:lnTo>
                    <a:cubicBezTo>
                      <a:pt x="29443" y="120804"/>
                      <a:pt x="29527" y="120636"/>
                      <a:pt x="29569" y="120594"/>
                    </a:cubicBezTo>
                    <a:cubicBezTo>
                      <a:pt x="29064" y="120173"/>
                      <a:pt x="28516" y="119794"/>
                      <a:pt x="28053" y="119372"/>
                    </a:cubicBezTo>
                    <a:lnTo>
                      <a:pt x="33992" y="113517"/>
                    </a:lnTo>
                    <a:cubicBezTo>
                      <a:pt x="42416" y="102229"/>
                      <a:pt x="55937" y="94815"/>
                      <a:pt x="71312" y="94815"/>
                    </a:cubicBezTo>
                    <a:cubicBezTo>
                      <a:pt x="75145" y="94815"/>
                      <a:pt x="78851" y="95405"/>
                      <a:pt x="82390" y="96248"/>
                    </a:cubicBezTo>
                    <a:cubicBezTo>
                      <a:pt x="75692" y="89887"/>
                      <a:pt x="71438" y="81042"/>
                      <a:pt x="71438" y="71143"/>
                    </a:cubicBezTo>
                    <a:cubicBezTo>
                      <a:pt x="71438" y="60234"/>
                      <a:pt x="76493" y="50504"/>
                      <a:pt x="84411" y="44059"/>
                    </a:cubicBezTo>
                    <a:lnTo>
                      <a:pt x="72196" y="6023"/>
                    </a:lnTo>
                    <a:cubicBezTo>
                      <a:pt x="72196" y="6023"/>
                      <a:pt x="72281" y="6023"/>
                      <a:pt x="72365" y="6023"/>
                    </a:cubicBezTo>
                    <a:cubicBezTo>
                      <a:pt x="89424" y="6023"/>
                      <a:pt x="104967" y="12468"/>
                      <a:pt x="116719" y="22914"/>
                    </a:cubicBezTo>
                    <a:lnTo>
                      <a:pt x="102903" y="36477"/>
                    </a:lnTo>
                    <a:cubicBezTo>
                      <a:pt x="95911" y="37278"/>
                      <a:pt x="89592" y="40058"/>
                      <a:pt x="84454" y="44228"/>
                    </a:cubicBezTo>
                    <a:lnTo>
                      <a:pt x="85802" y="48355"/>
                    </a:lnTo>
                    <a:cubicBezTo>
                      <a:pt x="79567" y="54000"/>
                      <a:pt x="75608" y="62129"/>
                      <a:pt x="75608" y="71101"/>
                    </a:cubicBezTo>
                    <a:cubicBezTo>
                      <a:pt x="75608" y="86433"/>
                      <a:pt x="87023" y="99238"/>
                      <a:pt x="101934" y="101639"/>
                    </a:cubicBezTo>
                    <a:lnTo>
                      <a:pt x="103366" y="105809"/>
                    </a:lnTo>
                    <a:cubicBezTo>
                      <a:pt x="103366" y="105809"/>
                      <a:pt x="103745" y="105809"/>
                      <a:pt x="103914" y="105851"/>
                    </a:cubicBezTo>
                    <a:lnTo>
                      <a:pt x="117140" y="118867"/>
                    </a:lnTo>
                    <a:cubicBezTo>
                      <a:pt x="116003" y="119920"/>
                      <a:pt x="114823" y="120889"/>
                      <a:pt x="113602" y="121857"/>
                    </a:cubicBezTo>
                    <a:lnTo>
                      <a:pt x="113602" y="121857"/>
                    </a:lnTo>
                    <a:lnTo>
                      <a:pt x="110064" y="124553"/>
                    </a:lnTo>
                    <a:lnTo>
                      <a:pt x="110064" y="124469"/>
                    </a:lnTo>
                    <a:cubicBezTo>
                      <a:pt x="109600" y="124764"/>
                      <a:pt x="109263" y="125059"/>
                      <a:pt x="108842" y="125311"/>
                    </a:cubicBezTo>
                    <a:lnTo>
                      <a:pt x="106946" y="118656"/>
                    </a:lnTo>
                    <a:cubicBezTo>
                      <a:pt x="99786" y="107283"/>
                      <a:pt x="87234" y="99659"/>
                      <a:pt x="72828" y="99112"/>
                    </a:cubicBezTo>
                    <a:lnTo>
                      <a:pt x="108716" y="125438"/>
                    </a:lnTo>
                    <a:cubicBezTo>
                      <a:pt x="98269" y="132219"/>
                      <a:pt x="85759" y="136221"/>
                      <a:pt x="72281" y="136221"/>
                    </a:cubicBezTo>
                    <a:cubicBezTo>
                      <a:pt x="58043" y="136221"/>
                      <a:pt x="44902" y="131756"/>
                      <a:pt x="34118" y="124216"/>
                    </a:cubicBezTo>
                    <a:moveTo>
                      <a:pt x="9014" y="137948"/>
                    </a:moveTo>
                    <a:lnTo>
                      <a:pt x="24978" y="122279"/>
                    </a:lnTo>
                    <a:cubicBezTo>
                      <a:pt x="33192" y="129608"/>
                      <a:pt x="43132" y="135084"/>
                      <a:pt x="54210" y="137948"/>
                    </a:cubicBezTo>
                    <a:lnTo>
                      <a:pt x="9056" y="137948"/>
                    </a:lnTo>
                    <a:close/>
                    <a:moveTo>
                      <a:pt x="4296" y="133272"/>
                    </a:moveTo>
                    <a:lnTo>
                      <a:pt x="4296" y="88876"/>
                    </a:lnTo>
                    <a:cubicBezTo>
                      <a:pt x="7245" y="99744"/>
                      <a:pt x="12763" y="109558"/>
                      <a:pt x="20260" y="117603"/>
                    </a:cubicBezTo>
                    <a:lnTo>
                      <a:pt x="4296" y="133272"/>
                    </a:lnTo>
                    <a:close/>
                    <a:moveTo>
                      <a:pt x="4296" y="7919"/>
                    </a:moveTo>
                    <a:lnTo>
                      <a:pt x="20682" y="24051"/>
                    </a:lnTo>
                    <a:cubicBezTo>
                      <a:pt x="12973" y="32223"/>
                      <a:pt x="7287" y="42206"/>
                      <a:pt x="4296" y="53284"/>
                    </a:cubicBezTo>
                    <a:lnTo>
                      <a:pt x="4296" y="7919"/>
                    </a:lnTo>
                    <a:close/>
                    <a:moveTo>
                      <a:pt x="54210" y="4212"/>
                    </a:moveTo>
                    <a:cubicBezTo>
                      <a:pt x="42922" y="7161"/>
                      <a:pt x="32771" y="12763"/>
                      <a:pt x="24473" y="20345"/>
                    </a:cubicBezTo>
                    <a:lnTo>
                      <a:pt x="8087" y="4212"/>
                    </a:lnTo>
                    <a:lnTo>
                      <a:pt x="54210" y="4212"/>
                    </a:lnTo>
                    <a:close/>
                    <a:moveTo>
                      <a:pt x="27463" y="23251"/>
                    </a:moveTo>
                    <a:cubicBezTo>
                      <a:pt x="39173" y="12636"/>
                      <a:pt x="54716" y="6065"/>
                      <a:pt x="71817" y="5939"/>
                    </a:cubicBezTo>
                    <a:lnTo>
                      <a:pt x="57369" y="50967"/>
                    </a:lnTo>
                    <a:lnTo>
                      <a:pt x="55642" y="50967"/>
                    </a:lnTo>
                    <a:lnTo>
                      <a:pt x="27463" y="23251"/>
                    </a:lnTo>
                    <a:close/>
                    <a:moveTo>
                      <a:pt x="40647" y="73713"/>
                    </a:moveTo>
                    <a:lnTo>
                      <a:pt x="48229" y="79104"/>
                    </a:lnTo>
                    <a:lnTo>
                      <a:pt x="43090" y="95110"/>
                    </a:lnTo>
                    <a:lnTo>
                      <a:pt x="23251" y="114655"/>
                    </a:lnTo>
                    <a:cubicBezTo>
                      <a:pt x="13184" y="103703"/>
                      <a:pt x="6866" y="89424"/>
                      <a:pt x="6234" y="73713"/>
                    </a:cubicBezTo>
                    <a:lnTo>
                      <a:pt x="40689" y="73713"/>
                    </a:lnTo>
                    <a:close/>
                    <a:moveTo>
                      <a:pt x="9309" y="51009"/>
                    </a:moveTo>
                    <a:cubicBezTo>
                      <a:pt x="12299" y="41995"/>
                      <a:pt x="17270" y="33824"/>
                      <a:pt x="23672" y="27000"/>
                    </a:cubicBezTo>
                    <a:lnTo>
                      <a:pt x="48061" y="51009"/>
                    </a:lnTo>
                    <a:lnTo>
                      <a:pt x="9309" y="51009"/>
                    </a:lnTo>
                    <a:close/>
                    <a:moveTo>
                      <a:pt x="33318" y="68447"/>
                    </a:moveTo>
                    <a:lnTo>
                      <a:pt x="6192" y="68447"/>
                    </a:lnTo>
                    <a:cubicBezTo>
                      <a:pt x="6445" y="62466"/>
                      <a:pt x="7455" y="56696"/>
                      <a:pt x="9225" y="51220"/>
                    </a:cubicBezTo>
                    <a:lnTo>
                      <a:pt x="33318" y="68447"/>
                    </a:lnTo>
                    <a:close/>
                    <a:moveTo>
                      <a:pt x="112212" y="36477"/>
                    </a:moveTo>
                    <a:lnTo>
                      <a:pt x="121394" y="27463"/>
                    </a:lnTo>
                    <a:cubicBezTo>
                      <a:pt x="127039" y="33613"/>
                      <a:pt x="131461" y="40816"/>
                      <a:pt x="134410" y="48735"/>
                    </a:cubicBezTo>
                    <a:cubicBezTo>
                      <a:pt x="128892" y="42206"/>
                      <a:pt x="121141" y="37741"/>
                      <a:pt x="112212" y="36435"/>
                    </a:cubicBezTo>
                    <a:moveTo>
                      <a:pt x="110864" y="68405"/>
                    </a:moveTo>
                    <a:lnTo>
                      <a:pt x="132430" y="52862"/>
                    </a:lnTo>
                    <a:cubicBezTo>
                      <a:pt x="135716" y="57285"/>
                      <a:pt x="137779" y="62635"/>
                      <a:pt x="138285" y="68405"/>
                    </a:cubicBezTo>
                    <a:lnTo>
                      <a:pt x="110864" y="68405"/>
                    </a:lnTo>
                    <a:close/>
                    <a:moveTo>
                      <a:pt x="97469" y="50925"/>
                    </a:moveTo>
                    <a:lnTo>
                      <a:pt x="108421" y="40184"/>
                    </a:lnTo>
                    <a:cubicBezTo>
                      <a:pt x="117393" y="40563"/>
                      <a:pt x="125354" y="44649"/>
                      <a:pt x="130829" y="50925"/>
                    </a:cubicBezTo>
                    <a:lnTo>
                      <a:pt x="97469" y="50925"/>
                    </a:lnTo>
                    <a:close/>
                    <a:moveTo>
                      <a:pt x="87992" y="50925"/>
                    </a:moveTo>
                    <a:lnTo>
                      <a:pt x="86560" y="50925"/>
                    </a:lnTo>
                    <a:lnTo>
                      <a:pt x="85717" y="48355"/>
                    </a:lnTo>
                    <a:cubicBezTo>
                      <a:pt x="89045" y="45365"/>
                      <a:pt x="93004" y="43090"/>
                      <a:pt x="97343" y="41700"/>
                    </a:cubicBezTo>
                    <a:lnTo>
                      <a:pt x="87950" y="50925"/>
                    </a:lnTo>
                    <a:close/>
                    <a:moveTo>
                      <a:pt x="134368" y="93299"/>
                    </a:moveTo>
                    <a:cubicBezTo>
                      <a:pt x="131335" y="101429"/>
                      <a:pt x="126786" y="108842"/>
                      <a:pt x="120889" y="115076"/>
                    </a:cubicBezTo>
                    <a:lnTo>
                      <a:pt x="111327" y="105641"/>
                    </a:lnTo>
                    <a:cubicBezTo>
                      <a:pt x="120594" y="104546"/>
                      <a:pt x="128723" y="99996"/>
                      <a:pt x="134368" y="93257"/>
                    </a:cubicBezTo>
                    <a:moveTo>
                      <a:pt x="107494" y="101892"/>
                    </a:moveTo>
                    <a:lnTo>
                      <a:pt x="100123" y="94647"/>
                    </a:lnTo>
                    <a:lnTo>
                      <a:pt x="95742" y="79231"/>
                    </a:lnTo>
                    <a:lnTo>
                      <a:pt x="103535" y="73628"/>
                    </a:lnTo>
                    <a:lnTo>
                      <a:pt x="138243" y="73628"/>
                    </a:lnTo>
                    <a:cubicBezTo>
                      <a:pt x="136895" y="89298"/>
                      <a:pt x="123711" y="101639"/>
                      <a:pt x="107494" y="101892"/>
                    </a:cubicBezTo>
                    <a:moveTo>
                      <a:pt x="135547" y="4128"/>
                    </a:moveTo>
                    <a:lnTo>
                      <a:pt x="119583" y="19797"/>
                    </a:lnTo>
                    <a:cubicBezTo>
                      <a:pt x="111369" y="12468"/>
                      <a:pt x="101386" y="6992"/>
                      <a:pt x="90351" y="4128"/>
                    </a:cubicBezTo>
                    <a:lnTo>
                      <a:pt x="135547" y="4128"/>
                    </a:lnTo>
                    <a:close/>
                    <a:moveTo>
                      <a:pt x="84" y="0"/>
                    </a:moveTo>
                    <a:lnTo>
                      <a:pt x="84" y="137485"/>
                    </a:lnTo>
                    <a:lnTo>
                      <a:pt x="0" y="137569"/>
                    </a:lnTo>
                    <a:lnTo>
                      <a:pt x="84" y="137653"/>
                    </a:lnTo>
                    <a:lnTo>
                      <a:pt x="84" y="142160"/>
                    </a:lnTo>
                    <a:lnTo>
                      <a:pt x="4633" y="142160"/>
                    </a:lnTo>
                    <a:lnTo>
                      <a:pt x="4718" y="142244"/>
                    </a:lnTo>
                    <a:lnTo>
                      <a:pt x="4802" y="142160"/>
                    </a:lnTo>
                    <a:lnTo>
                      <a:pt x="144477" y="142160"/>
                    </a:lnTo>
                    <a:lnTo>
                      <a:pt x="144477" y="168"/>
                    </a:lnTo>
                    <a:lnTo>
                      <a:pt x="84" y="168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5B1138BA-56E7-6CF4-5628-40D8978EEB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540364" y="5659411"/>
                <a:ext cx="2990" cy="2780"/>
              </a:xfrm>
              <a:custGeom>
                <a:avLst/>
                <a:gdLst>
                  <a:gd name="connsiteX0" fmla="*/ 2359 w 2990"/>
                  <a:gd name="connsiteY0" fmla="*/ 463 h 2780"/>
                  <a:gd name="connsiteX1" fmla="*/ 0 w 2990"/>
                  <a:gd name="connsiteY1" fmla="*/ 0 h 2780"/>
                  <a:gd name="connsiteX2" fmla="*/ 2991 w 2990"/>
                  <a:gd name="connsiteY2" fmla="*/ 2780 h 2780"/>
                  <a:gd name="connsiteX3" fmla="*/ 2317 w 2990"/>
                  <a:gd name="connsiteY3" fmla="*/ 463 h 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0" h="2780">
                    <a:moveTo>
                      <a:pt x="2359" y="463"/>
                    </a:moveTo>
                    <a:cubicBezTo>
                      <a:pt x="1558" y="379"/>
                      <a:pt x="800" y="126"/>
                      <a:pt x="0" y="0"/>
                    </a:cubicBezTo>
                    <a:cubicBezTo>
                      <a:pt x="1053" y="885"/>
                      <a:pt x="2022" y="1811"/>
                      <a:pt x="2991" y="2780"/>
                    </a:cubicBezTo>
                    <a:lnTo>
                      <a:pt x="2317" y="463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B01CBE55-204A-6257-E295-14679DBC094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1839214" y="0"/>
              <a:ext cx="352786" cy="347336"/>
              <a:chOff x="1439272" y="5553812"/>
              <a:chExt cx="144476" cy="142244"/>
            </a:xfrm>
            <a:solidFill>
              <a:schemeClr val="bg2"/>
            </a:solidFill>
          </p:grpSpPr>
          <p:sp>
            <p:nvSpPr>
              <p:cNvPr id="16" name="Forme libre : forme 15">
                <a:extLst>
                  <a:ext uri="{FF2B5EF4-FFF2-40B4-BE49-F238E27FC236}">
                    <a16:creationId xmlns:a16="http://schemas.microsoft.com/office/drawing/2014/main" id="{322B74F6-53D6-7ABA-3AF7-BCEFC5C066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439272" y="5553812"/>
                <a:ext cx="144476" cy="142244"/>
              </a:xfrm>
              <a:custGeom>
                <a:avLst/>
                <a:gdLst>
                  <a:gd name="connsiteX0" fmla="*/ 140391 w 144476"/>
                  <a:gd name="connsiteY0" fmla="*/ 53410 h 142244"/>
                  <a:gd name="connsiteX1" fmla="*/ 124427 w 144476"/>
                  <a:gd name="connsiteY1" fmla="*/ 24641 h 142244"/>
                  <a:gd name="connsiteX2" fmla="*/ 140391 w 144476"/>
                  <a:gd name="connsiteY2" fmla="*/ 8972 h 142244"/>
                  <a:gd name="connsiteX3" fmla="*/ 140391 w 144476"/>
                  <a:gd name="connsiteY3" fmla="*/ 53452 h 142244"/>
                  <a:gd name="connsiteX4" fmla="*/ 140391 w 144476"/>
                  <a:gd name="connsiteY4" fmla="*/ 134283 h 142244"/>
                  <a:gd name="connsiteX5" fmla="*/ 124006 w 144476"/>
                  <a:gd name="connsiteY5" fmla="*/ 118151 h 142244"/>
                  <a:gd name="connsiteX6" fmla="*/ 140391 w 144476"/>
                  <a:gd name="connsiteY6" fmla="*/ 88876 h 142244"/>
                  <a:gd name="connsiteX7" fmla="*/ 140391 w 144476"/>
                  <a:gd name="connsiteY7" fmla="*/ 134283 h 142244"/>
                  <a:gd name="connsiteX8" fmla="*/ 90477 w 144476"/>
                  <a:gd name="connsiteY8" fmla="*/ 137990 h 142244"/>
                  <a:gd name="connsiteX9" fmla="*/ 120215 w 144476"/>
                  <a:gd name="connsiteY9" fmla="*/ 121857 h 142244"/>
                  <a:gd name="connsiteX10" fmla="*/ 136600 w 144476"/>
                  <a:gd name="connsiteY10" fmla="*/ 137990 h 142244"/>
                  <a:gd name="connsiteX11" fmla="*/ 90477 w 144476"/>
                  <a:gd name="connsiteY11" fmla="*/ 137990 h 142244"/>
                  <a:gd name="connsiteX12" fmla="*/ 34203 w 144476"/>
                  <a:gd name="connsiteY12" fmla="*/ 124258 h 142244"/>
                  <a:gd name="connsiteX13" fmla="*/ 72617 w 144476"/>
                  <a:gd name="connsiteY13" fmla="*/ 99112 h 142244"/>
                  <a:gd name="connsiteX14" fmla="*/ 71312 w 144476"/>
                  <a:gd name="connsiteY14" fmla="*/ 99028 h 142244"/>
                  <a:gd name="connsiteX15" fmla="*/ 35719 w 144476"/>
                  <a:gd name="connsiteY15" fmla="*/ 118404 h 142244"/>
                  <a:gd name="connsiteX16" fmla="*/ 33908 w 144476"/>
                  <a:gd name="connsiteY16" fmla="*/ 124006 h 142244"/>
                  <a:gd name="connsiteX17" fmla="*/ 33023 w 144476"/>
                  <a:gd name="connsiteY17" fmla="*/ 123290 h 142244"/>
                  <a:gd name="connsiteX18" fmla="*/ 32939 w 144476"/>
                  <a:gd name="connsiteY18" fmla="*/ 123416 h 142244"/>
                  <a:gd name="connsiteX19" fmla="*/ 29443 w 144476"/>
                  <a:gd name="connsiteY19" fmla="*/ 120804 h 142244"/>
                  <a:gd name="connsiteX20" fmla="*/ 29569 w 144476"/>
                  <a:gd name="connsiteY20" fmla="*/ 120594 h 142244"/>
                  <a:gd name="connsiteX21" fmla="*/ 28053 w 144476"/>
                  <a:gd name="connsiteY21" fmla="*/ 119372 h 142244"/>
                  <a:gd name="connsiteX22" fmla="*/ 33992 w 144476"/>
                  <a:gd name="connsiteY22" fmla="*/ 113517 h 142244"/>
                  <a:gd name="connsiteX23" fmla="*/ 71312 w 144476"/>
                  <a:gd name="connsiteY23" fmla="*/ 94815 h 142244"/>
                  <a:gd name="connsiteX24" fmla="*/ 82390 w 144476"/>
                  <a:gd name="connsiteY24" fmla="*/ 96248 h 142244"/>
                  <a:gd name="connsiteX25" fmla="*/ 71438 w 144476"/>
                  <a:gd name="connsiteY25" fmla="*/ 71143 h 142244"/>
                  <a:gd name="connsiteX26" fmla="*/ 84411 w 144476"/>
                  <a:gd name="connsiteY26" fmla="*/ 44059 h 142244"/>
                  <a:gd name="connsiteX27" fmla="*/ 72196 w 144476"/>
                  <a:gd name="connsiteY27" fmla="*/ 6023 h 142244"/>
                  <a:gd name="connsiteX28" fmla="*/ 72365 w 144476"/>
                  <a:gd name="connsiteY28" fmla="*/ 6023 h 142244"/>
                  <a:gd name="connsiteX29" fmla="*/ 116719 w 144476"/>
                  <a:gd name="connsiteY29" fmla="*/ 22914 h 142244"/>
                  <a:gd name="connsiteX30" fmla="*/ 102903 w 144476"/>
                  <a:gd name="connsiteY30" fmla="*/ 36477 h 142244"/>
                  <a:gd name="connsiteX31" fmla="*/ 84454 w 144476"/>
                  <a:gd name="connsiteY31" fmla="*/ 44228 h 142244"/>
                  <a:gd name="connsiteX32" fmla="*/ 85802 w 144476"/>
                  <a:gd name="connsiteY32" fmla="*/ 48355 h 142244"/>
                  <a:gd name="connsiteX33" fmla="*/ 75608 w 144476"/>
                  <a:gd name="connsiteY33" fmla="*/ 71101 h 142244"/>
                  <a:gd name="connsiteX34" fmla="*/ 101934 w 144476"/>
                  <a:gd name="connsiteY34" fmla="*/ 101639 h 142244"/>
                  <a:gd name="connsiteX35" fmla="*/ 103366 w 144476"/>
                  <a:gd name="connsiteY35" fmla="*/ 105809 h 142244"/>
                  <a:gd name="connsiteX36" fmla="*/ 103914 w 144476"/>
                  <a:gd name="connsiteY36" fmla="*/ 105851 h 142244"/>
                  <a:gd name="connsiteX37" fmla="*/ 117140 w 144476"/>
                  <a:gd name="connsiteY37" fmla="*/ 118867 h 142244"/>
                  <a:gd name="connsiteX38" fmla="*/ 113602 w 144476"/>
                  <a:gd name="connsiteY38" fmla="*/ 121857 h 142244"/>
                  <a:gd name="connsiteX39" fmla="*/ 113602 w 144476"/>
                  <a:gd name="connsiteY39" fmla="*/ 121857 h 142244"/>
                  <a:gd name="connsiteX40" fmla="*/ 110064 w 144476"/>
                  <a:gd name="connsiteY40" fmla="*/ 124553 h 142244"/>
                  <a:gd name="connsiteX41" fmla="*/ 110064 w 144476"/>
                  <a:gd name="connsiteY41" fmla="*/ 124469 h 142244"/>
                  <a:gd name="connsiteX42" fmla="*/ 108842 w 144476"/>
                  <a:gd name="connsiteY42" fmla="*/ 125311 h 142244"/>
                  <a:gd name="connsiteX43" fmla="*/ 106946 w 144476"/>
                  <a:gd name="connsiteY43" fmla="*/ 118656 h 142244"/>
                  <a:gd name="connsiteX44" fmla="*/ 72828 w 144476"/>
                  <a:gd name="connsiteY44" fmla="*/ 99112 h 142244"/>
                  <a:gd name="connsiteX45" fmla="*/ 108716 w 144476"/>
                  <a:gd name="connsiteY45" fmla="*/ 125438 h 142244"/>
                  <a:gd name="connsiteX46" fmla="*/ 72281 w 144476"/>
                  <a:gd name="connsiteY46" fmla="*/ 136221 h 142244"/>
                  <a:gd name="connsiteX47" fmla="*/ 34118 w 144476"/>
                  <a:gd name="connsiteY47" fmla="*/ 124216 h 142244"/>
                  <a:gd name="connsiteX48" fmla="*/ 9014 w 144476"/>
                  <a:gd name="connsiteY48" fmla="*/ 137948 h 142244"/>
                  <a:gd name="connsiteX49" fmla="*/ 24978 w 144476"/>
                  <a:gd name="connsiteY49" fmla="*/ 122279 h 142244"/>
                  <a:gd name="connsiteX50" fmla="*/ 54210 w 144476"/>
                  <a:gd name="connsiteY50" fmla="*/ 137948 h 142244"/>
                  <a:gd name="connsiteX51" fmla="*/ 9056 w 144476"/>
                  <a:gd name="connsiteY51" fmla="*/ 137948 h 142244"/>
                  <a:gd name="connsiteX52" fmla="*/ 4296 w 144476"/>
                  <a:gd name="connsiteY52" fmla="*/ 133272 h 142244"/>
                  <a:gd name="connsiteX53" fmla="*/ 4296 w 144476"/>
                  <a:gd name="connsiteY53" fmla="*/ 88876 h 142244"/>
                  <a:gd name="connsiteX54" fmla="*/ 20260 w 144476"/>
                  <a:gd name="connsiteY54" fmla="*/ 117603 h 142244"/>
                  <a:gd name="connsiteX55" fmla="*/ 4296 w 144476"/>
                  <a:gd name="connsiteY55" fmla="*/ 133272 h 142244"/>
                  <a:gd name="connsiteX56" fmla="*/ 4296 w 144476"/>
                  <a:gd name="connsiteY56" fmla="*/ 7919 h 142244"/>
                  <a:gd name="connsiteX57" fmla="*/ 20682 w 144476"/>
                  <a:gd name="connsiteY57" fmla="*/ 24051 h 142244"/>
                  <a:gd name="connsiteX58" fmla="*/ 4296 w 144476"/>
                  <a:gd name="connsiteY58" fmla="*/ 53284 h 142244"/>
                  <a:gd name="connsiteX59" fmla="*/ 4296 w 144476"/>
                  <a:gd name="connsiteY59" fmla="*/ 7919 h 142244"/>
                  <a:gd name="connsiteX60" fmla="*/ 54210 w 144476"/>
                  <a:gd name="connsiteY60" fmla="*/ 4212 h 142244"/>
                  <a:gd name="connsiteX61" fmla="*/ 24473 w 144476"/>
                  <a:gd name="connsiteY61" fmla="*/ 20345 h 142244"/>
                  <a:gd name="connsiteX62" fmla="*/ 8087 w 144476"/>
                  <a:gd name="connsiteY62" fmla="*/ 4212 h 142244"/>
                  <a:gd name="connsiteX63" fmla="*/ 54210 w 144476"/>
                  <a:gd name="connsiteY63" fmla="*/ 4212 h 142244"/>
                  <a:gd name="connsiteX64" fmla="*/ 27463 w 144476"/>
                  <a:gd name="connsiteY64" fmla="*/ 23251 h 142244"/>
                  <a:gd name="connsiteX65" fmla="*/ 71817 w 144476"/>
                  <a:gd name="connsiteY65" fmla="*/ 5939 h 142244"/>
                  <a:gd name="connsiteX66" fmla="*/ 57369 w 144476"/>
                  <a:gd name="connsiteY66" fmla="*/ 50967 h 142244"/>
                  <a:gd name="connsiteX67" fmla="*/ 55642 w 144476"/>
                  <a:gd name="connsiteY67" fmla="*/ 50967 h 142244"/>
                  <a:gd name="connsiteX68" fmla="*/ 27463 w 144476"/>
                  <a:gd name="connsiteY68" fmla="*/ 23251 h 142244"/>
                  <a:gd name="connsiteX69" fmla="*/ 40647 w 144476"/>
                  <a:gd name="connsiteY69" fmla="*/ 73713 h 142244"/>
                  <a:gd name="connsiteX70" fmla="*/ 48229 w 144476"/>
                  <a:gd name="connsiteY70" fmla="*/ 79104 h 142244"/>
                  <a:gd name="connsiteX71" fmla="*/ 43090 w 144476"/>
                  <a:gd name="connsiteY71" fmla="*/ 95110 h 142244"/>
                  <a:gd name="connsiteX72" fmla="*/ 23251 w 144476"/>
                  <a:gd name="connsiteY72" fmla="*/ 114655 h 142244"/>
                  <a:gd name="connsiteX73" fmla="*/ 6234 w 144476"/>
                  <a:gd name="connsiteY73" fmla="*/ 73713 h 142244"/>
                  <a:gd name="connsiteX74" fmla="*/ 40689 w 144476"/>
                  <a:gd name="connsiteY74" fmla="*/ 73713 h 142244"/>
                  <a:gd name="connsiteX75" fmla="*/ 9309 w 144476"/>
                  <a:gd name="connsiteY75" fmla="*/ 51009 h 142244"/>
                  <a:gd name="connsiteX76" fmla="*/ 23672 w 144476"/>
                  <a:gd name="connsiteY76" fmla="*/ 27000 h 142244"/>
                  <a:gd name="connsiteX77" fmla="*/ 48061 w 144476"/>
                  <a:gd name="connsiteY77" fmla="*/ 51009 h 142244"/>
                  <a:gd name="connsiteX78" fmla="*/ 9309 w 144476"/>
                  <a:gd name="connsiteY78" fmla="*/ 51009 h 142244"/>
                  <a:gd name="connsiteX79" fmla="*/ 33318 w 144476"/>
                  <a:gd name="connsiteY79" fmla="*/ 68447 h 142244"/>
                  <a:gd name="connsiteX80" fmla="*/ 6192 w 144476"/>
                  <a:gd name="connsiteY80" fmla="*/ 68447 h 142244"/>
                  <a:gd name="connsiteX81" fmla="*/ 9225 w 144476"/>
                  <a:gd name="connsiteY81" fmla="*/ 51220 h 142244"/>
                  <a:gd name="connsiteX82" fmla="*/ 33318 w 144476"/>
                  <a:gd name="connsiteY82" fmla="*/ 68447 h 142244"/>
                  <a:gd name="connsiteX83" fmla="*/ 112212 w 144476"/>
                  <a:gd name="connsiteY83" fmla="*/ 36477 h 142244"/>
                  <a:gd name="connsiteX84" fmla="*/ 121394 w 144476"/>
                  <a:gd name="connsiteY84" fmla="*/ 27463 h 142244"/>
                  <a:gd name="connsiteX85" fmla="*/ 134410 w 144476"/>
                  <a:gd name="connsiteY85" fmla="*/ 48735 h 142244"/>
                  <a:gd name="connsiteX86" fmla="*/ 112212 w 144476"/>
                  <a:gd name="connsiteY86" fmla="*/ 36435 h 142244"/>
                  <a:gd name="connsiteX87" fmla="*/ 110864 w 144476"/>
                  <a:gd name="connsiteY87" fmla="*/ 68405 h 142244"/>
                  <a:gd name="connsiteX88" fmla="*/ 132430 w 144476"/>
                  <a:gd name="connsiteY88" fmla="*/ 52862 h 142244"/>
                  <a:gd name="connsiteX89" fmla="*/ 138285 w 144476"/>
                  <a:gd name="connsiteY89" fmla="*/ 68405 h 142244"/>
                  <a:gd name="connsiteX90" fmla="*/ 110864 w 144476"/>
                  <a:gd name="connsiteY90" fmla="*/ 68405 h 142244"/>
                  <a:gd name="connsiteX91" fmla="*/ 97469 w 144476"/>
                  <a:gd name="connsiteY91" fmla="*/ 50925 h 142244"/>
                  <a:gd name="connsiteX92" fmla="*/ 108421 w 144476"/>
                  <a:gd name="connsiteY92" fmla="*/ 40184 h 142244"/>
                  <a:gd name="connsiteX93" fmla="*/ 130829 w 144476"/>
                  <a:gd name="connsiteY93" fmla="*/ 50925 h 142244"/>
                  <a:gd name="connsiteX94" fmla="*/ 97469 w 144476"/>
                  <a:gd name="connsiteY94" fmla="*/ 50925 h 142244"/>
                  <a:gd name="connsiteX95" fmla="*/ 87992 w 144476"/>
                  <a:gd name="connsiteY95" fmla="*/ 50925 h 142244"/>
                  <a:gd name="connsiteX96" fmla="*/ 86560 w 144476"/>
                  <a:gd name="connsiteY96" fmla="*/ 50925 h 142244"/>
                  <a:gd name="connsiteX97" fmla="*/ 85717 w 144476"/>
                  <a:gd name="connsiteY97" fmla="*/ 48355 h 142244"/>
                  <a:gd name="connsiteX98" fmla="*/ 97343 w 144476"/>
                  <a:gd name="connsiteY98" fmla="*/ 41700 h 142244"/>
                  <a:gd name="connsiteX99" fmla="*/ 87950 w 144476"/>
                  <a:gd name="connsiteY99" fmla="*/ 50925 h 142244"/>
                  <a:gd name="connsiteX100" fmla="*/ 134368 w 144476"/>
                  <a:gd name="connsiteY100" fmla="*/ 93299 h 142244"/>
                  <a:gd name="connsiteX101" fmla="*/ 120889 w 144476"/>
                  <a:gd name="connsiteY101" fmla="*/ 115076 h 142244"/>
                  <a:gd name="connsiteX102" fmla="*/ 111327 w 144476"/>
                  <a:gd name="connsiteY102" fmla="*/ 105641 h 142244"/>
                  <a:gd name="connsiteX103" fmla="*/ 134368 w 144476"/>
                  <a:gd name="connsiteY103" fmla="*/ 93257 h 142244"/>
                  <a:gd name="connsiteX104" fmla="*/ 107494 w 144476"/>
                  <a:gd name="connsiteY104" fmla="*/ 101892 h 142244"/>
                  <a:gd name="connsiteX105" fmla="*/ 100123 w 144476"/>
                  <a:gd name="connsiteY105" fmla="*/ 94647 h 142244"/>
                  <a:gd name="connsiteX106" fmla="*/ 95742 w 144476"/>
                  <a:gd name="connsiteY106" fmla="*/ 79231 h 142244"/>
                  <a:gd name="connsiteX107" fmla="*/ 103535 w 144476"/>
                  <a:gd name="connsiteY107" fmla="*/ 73628 h 142244"/>
                  <a:gd name="connsiteX108" fmla="*/ 138243 w 144476"/>
                  <a:gd name="connsiteY108" fmla="*/ 73628 h 142244"/>
                  <a:gd name="connsiteX109" fmla="*/ 107494 w 144476"/>
                  <a:gd name="connsiteY109" fmla="*/ 101892 h 142244"/>
                  <a:gd name="connsiteX110" fmla="*/ 135547 w 144476"/>
                  <a:gd name="connsiteY110" fmla="*/ 4128 h 142244"/>
                  <a:gd name="connsiteX111" fmla="*/ 119583 w 144476"/>
                  <a:gd name="connsiteY111" fmla="*/ 19797 h 142244"/>
                  <a:gd name="connsiteX112" fmla="*/ 90351 w 144476"/>
                  <a:gd name="connsiteY112" fmla="*/ 4128 h 142244"/>
                  <a:gd name="connsiteX113" fmla="*/ 135547 w 144476"/>
                  <a:gd name="connsiteY113" fmla="*/ 4128 h 142244"/>
                  <a:gd name="connsiteX114" fmla="*/ 84 w 144476"/>
                  <a:gd name="connsiteY114" fmla="*/ 0 h 142244"/>
                  <a:gd name="connsiteX115" fmla="*/ 84 w 144476"/>
                  <a:gd name="connsiteY115" fmla="*/ 137485 h 142244"/>
                  <a:gd name="connsiteX116" fmla="*/ 0 w 144476"/>
                  <a:gd name="connsiteY116" fmla="*/ 137569 h 142244"/>
                  <a:gd name="connsiteX117" fmla="*/ 84 w 144476"/>
                  <a:gd name="connsiteY117" fmla="*/ 137653 h 142244"/>
                  <a:gd name="connsiteX118" fmla="*/ 84 w 144476"/>
                  <a:gd name="connsiteY118" fmla="*/ 142160 h 142244"/>
                  <a:gd name="connsiteX119" fmla="*/ 4633 w 144476"/>
                  <a:gd name="connsiteY119" fmla="*/ 142160 h 142244"/>
                  <a:gd name="connsiteX120" fmla="*/ 4718 w 144476"/>
                  <a:gd name="connsiteY120" fmla="*/ 142244 h 142244"/>
                  <a:gd name="connsiteX121" fmla="*/ 4802 w 144476"/>
                  <a:gd name="connsiteY121" fmla="*/ 142160 h 142244"/>
                  <a:gd name="connsiteX122" fmla="*/ 144477 w 144476"/>
                  <a:gd name="connsiteY122" fmla="*/ 142160 h 142244"/>
                  <a:gd name="connsiteX123" fmla="*/ 144477 w 144476"/>
                  <a:gd name="connsiteY123" fmla="*/ 168 h 142244"/>
                  <a:gd name="connsiteX124" fmla="*/ 84 w 144476"/>
                  <a:gd name="connsiteY124" fmla="*/ 168 h 14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4476" h="142244">
                    <a:moveTo>
                      <a:pt x="140391" y="53410"/>
                    </a:moveTo>
                    <a:cubicBezTo>
                      <a:pt x="137443" y="42543"/>
                      <a:pt x="131925" y="32728"/>
                      <a:pt x="124427" y="24641"/>
                    </a:cubicBezTo>
                    <a:lnTo>
                      <a:pt x="140391" y="8972"/>
                    </a:lnTo>
                    <a:lnTo>
                      <a:pt x="140391" y="53452"/>
                    </a:lnTo>
                    <a:close/>
                    <a:moveTo>
                      <a:pt x="140391" y="134283"/>
                    </a:moveTo>
                    <a:lnTo>
                      <a:pt x="124006" y="118151"/>
                    </a:lnTo>
                    <a:cubicBezTo>
                      <a:pt x="131714" y="109979"/>
                      <a:pt x="137400" y="99996"/>
                      <a:pt x="140391" y="88876"/>
                    </a:cubicBezTo>
                    <a:lnTo>
                      <a:pt x="140391" y="134283"/>
                    </a:lnTo>
                    <a:close/>
                    <a:moveTo>
                      <a:pt x="90477" y="137990"/>
                    </a:moveTo>
                    <a:cubicBezTo>
                      <a:pt x="101766" y="135042"/>
                      <a:pt x="111875" y="129439"/>
                      <a:pt x="120215" y="121857"/>
                    </a:cubicBezTo>
                    <a:lnTo>
                      <a:pt x="136600" y="137990"/>
                    </a:lnTo>
                    <a:lnTo>
                      <a:pt x="90477" y="137990"/>
                    </a:lnTo>
                    <a:close/>
                    <a:moveTo>
                      <a:pt x="34203" y="124258"/>
                    </a:moveTo>
                    <a:lnTo>
                      <a:pt x="72617" y="99112"/>
                    </a:lnTo>
                    <a:cubicBezTo>
                      <a:pt x="72154" y="99112"/>
                      <a:pt x="71775" y="99028"/>
                      <a:pt x="71312" y="99028"/>
                    </a:cubicBezTo>
                    <a:cubicBezTo>
                      <a:pt x="56316" y="99028"/>
                      <a:pt x="43175" y="106778"/>
                      <a:pt x="35719" y="118404"/>
                    </a:cubicBezTo>
                    <a:lnTo>
                      <a:pt x="33908" y="124006"/>
                    </a:lnTo>
                    <a:cubicBezTo>
                      <a:pt x="33613" y="123795"/>
                      <a:pt x="33318" y="123542"/>
                      <a:pt x="33023" y="123290"/>
                    </a:cubicBezTo>
                    <a:cubicBezTo>
                      <a:pt x="33023" y="123332"/>
                      <a:pt x="32981" y="123374"/>
                      <a:pt x="32939" y="123416"/>
                    </a:cubicBezTo>
                    <a:lnTo>
                      <a:pt x="29443" y="120804"/>
                    </a:lnTo>
                    <a:cubicBezTo>
                      <a:pt x="29443" y="120804"/>
                      <a:pt x="29527" y="120636"/>
                      <a:pt x="29569" y="120594"/>
                    </a:cubicBezTo>
                    <a:cubicBezTo>
                      <a:pt x="29064" y="120173"/>
                      <a:pt x="28516" y="119794"/>
                      <a:pt x="28053" y="119372"/>
                    </a:cubicBezTo>
                    <a:lnTo>
                      <a:pt x="33992" y="113517"/>
                    </a:lnTo>
                    <a:cubicBezTo>
                      <a:pt x="42416" y="102229"/>
                      <a:pt x="55937" y="94815"/>
                      <a:pt x="71312" y="94815"/>
                    </a:cubicBezTo>
                    <a:cubicBezTo>
                      <a:pt x="75145" y="94815"/>
                      <a:pt x="78851" y="95405"/>
                      <a:pt x="82390" y="96248"/>
                    </a:cubicBezTo>
                    <a:cubicBezTo>
                      <a:pt x="75692" y="89887"/>
                      <a:pt x="71438" y="81042"/>
                      <a:pt x="71438" y="71143"/>
                    </a:cubicBezTo>
                    <a:cubicBezTo>
                      <a:pt x="71438" y="60234"/>
                      <a:pt x="76493" y="50504"/>
                      <a:pt x="84411" y="44059"/>
                    </a:cubicBezTo>
                    <a:lnTo>
                      <a:pt x="72196" y="6023"/>
                    </a:lnTo>
                    <a:cubicBezTo>
                      <a:pt x="72196" y="6023"/>
                      <a:pt x="72281" y="6023"/>
                      <a:pt x="72365" y="6023"/>
                    </a:cubicBezTo>
                    <a:cubicBezTo>
                      <a:pt x="89424" y="6023"/>
                      <a:pt x="104967" y="12468"/>
                      <a:pt x="116719" y="22914"/>
                    </a:cubicBezTo>
                    <a:lnTo>
                      <a:pt x="102903" y="36477"/>
                    </a:lnTo>
                    <a:cubicBezTo>
                      <a:pt x="95911" y="37278"/>
                      <a:pt x="89592" y="40058"/>
                      <a:pt x="84454" y="44228"/>
                    </a:cubicBezTo>
                    <a:lnTo>
                      <a:pt x="85802" y="48355"/>
                    </a:lnTo>
                    <a:cubicBezTo>
                      <a:pt x="79567" y="54000"/>
                      <a:pt x="75608" y="62129"/>
                      <a:pt x="75608" y="71101"/>
                    </a:cubicBezTo>
                    <a:cubicBezTo>
                      <a:pt x="75608" y="86433"/>
                      <a:pt x="87023" y="99238"/>
                      <a:pt x="101934" y="101639"/>
                    </a:cubicBezTo>
                    <a:lnTo>
                      <a:pt x="103366" y="105809"/>
                    </a:lnTo>
                    <a:cubicBezTo>
                      <a:pt x="103366" y="105809"/>
                      <a:pt x="103745" y="105809"/>
                      <a:pt x="103914" y="105851"/>
                    </a:cubicBezTo>
                    <a:lnTo>
                      <a:pt x="117140" y="118867"/>
                    </a:lnTo>
                    <a:cubicBezTo>
                      <a:pt x="116003" y="119920"/>
                      <a:pt x="114823" y="120889"/>
                      <a:pt x="113602" y="121857"/>
                    </a:cubicBezTo>
                    <a:lnTo>
                      <a:pt x="113602" y="121857"/>
                    </a:lnTo>
                    <a:lnTo>
                      <a:pt x="110064" y="124553"/>
                    </a:lnTo>
                    <a:lnTo>
                      <a:pt x="110064" y="124469"/>
                    </a:lnTo>
                    <a:cubicBezTo>
                      <a:pt x="109600" y="124764"/>
                      <a:pt x="109263" y="125059"/>
                      <a:pt x="108842" y="125311"/>
                    </a:cubicBezTo>
                    <a:lnTo>
                      <a:pt x="106946" y="118656"/>
                    </a:lnTo>
                    <a:cubicBezTo>
                      <a:pt x="99786" y="107283"/>
                      <a:pt x="87234" y="99659"/>
                      <a:pt x="72828" y="99112"/>
                    </a:cubicBezTo>
                    <a:lnTo>
                      <a:pt x="108716" y="125438"/>
                    </a:lnTo>
                    <a:cubicBezTo>
                      <a:pt x="98269" y="132219"/>
                      <a:pt x="85759" y="136221"/>
                      <a:pt x="72281" y="136221"/>
                    </a:cubicBezTo>
                    <a:cubicBezTo>
                      <a:pt x="58043" y="136221"/>
                      <a:pt x="44902" y="131756"/>
                      <a:pt x="34118" y="124216"/>
                    </a:cubicBezTo>
                    <a:moveTo>
                      <a:pt x="9014" y="137948"/>
                    </a:moveTo>
                    <a:lnTo>
                      <a:pt x="24978" y="122279"/>
                    </a:lnTo>
                    <a:cubicBezTo>
                      <a:pt x="33192" y="129608"/>
                      <a:pt x="43132" y="135084"/>
                      <a:pt x="54210" y="137948"/>
                    </a:cubicBezTo>
                    <a:lnTo>
                      <a:pt x="9056" y="137948"/>
                    </a:lnTo>
                    <a:close/>
                    <a:moveTo>
                      <a:pt x="4296" y="133272"/>
                    </a:moveTo>
                    <a:lnTo>
                      <a:pt x="4296" y="88876"/>
                    </a:lnTo>
                    <a:cubicBezTo>
                      <a:pt x="7245" y="99744"/>
                      <a:pt x="12763" y="109558"/>
                      <a:pt x="20260" y="117603"/>
                    </a:cubicBezTo>
                    <a:lnTo>
                      <a:pt x="4296" y="133272"/>
                    </a:lnTo>
                    <a:close/>
                    <a:moveTo>
                      <a:pt x="4296" y="7919"/>
                    </a:moveTo>
                    <a:lnTo>
                      <a:pt x="20682" y="24051"/>
                    </a:lnTo>
                    <a:cubicBezTo>
                      <a:pt x="12973" y="32223"/>
                      <a:pt x="7287" y="42206"/>
                      <a:pt x="4296" y="53284"/>
                    </a:cubicBezTo>
                    <a:lnTo>
                      <a:pt x="4296" y="7919"/>
                    </a:lnTo>
                    <a:close/>
                    <a:moveTo>
                      <a:pt x="54210" y="4212"/>
                    </a:moveTo>
                    <a:cubicBezTo>
                      <a:pt x="42922" y="7161"/>
                      <a:pt x="32771" y="12763"/>
                      <a:pt x="24473" y="20345"/>
                    </a:cubicBezTo>
                    <a:lnTo>
                      <a:pt x="8087" y="4212"/>
                    </a:lnTo>
                    <a:lnTo>
                      <a:pt x="54210" y="4212"/>
                    </a:lnTo>
                    <a:close/>
                    <a:moveTo>
                      <a:pt x="27463" y="23251"/>
                    </a:moveTo>
                    <a:cubicBezTo>
                      <a:pt x="39173" y="12636"/>
                      <a:pt x="54716" y="6065"/>
                      <a:pt x="71817" y="5939"/>
                    </a:cubicBezTo>
                    <a:lnTo>
                      <a:pt x="57369" y="50967"/>
                    </a:lnTo>
                    <a:lnTo>
                      <a:pt x="55642" y="50967"/>
                    </a:lnTo>
                    <a:lnTo>
                      <a:pt x="27463" y="23251"/>
                    </a:lnTo>
                    <a:close/>
                    <a:moveTo>
                      <a:pt x="40647" y="73713"/>
                    </a:moveTo>
                    <a:lnTo>
                      <a:pt x="48229" y="79104"/>
                    </a:lnTo>
                    <a:lnTo>
                      <a:pt x="43090" y="95110"/>
                    </a:lnTo>
                    <a:lnTo>
                      <a:pt x="23251" y="114655"/>
                    </a:lnTo>
                    <a:cubicBezTo>
                      <a:pt x="13184" y="103703"/>
                      <a:pt x="6866" y="89424"/>
                      <a:pt x="6234" y="73713"/>
                    </a:cubicBezTo>
                    <a:lnTo>
                      <a:pt x="40689" y="73713"/>
                    </a:lnTo>
                    <a:close/>
                    <a:moveTo>
                      <a:pt x="9309" y="51009"/>
                    </a:moveTo>
                    <a:cubicBezTo>
                      <a:pt x="12299" y="41995"/>
                      <a:pt x="17270" y="33824"/>
                      <a:pt x="23672" y="27000"/>
                    </a:cubicBezTo>
                    <a:lnTo>
                      <a:pt x="48061" y="51009"/>
                    </a:lnTo>
                    <a:lnTo>
                      <a:pt x="9309" y="51009"/>
                    </a:lnTo>
                    <a:close/>
                    <a:moveTo>
                      <a:pt x="33318" y="68447"/>
                    </a:moveTo>
                    <a:lnTo>
                      <a:pt x="6192" y="68447"/>
                    </a:lnTo>
                    <a:cubicBezTo>
                      <a:pt x="6445" y="62466"/>
                      <a:pt x="7455" y="56696"/>
                      <a:pt x="9225" y="51220"/>
                    </a:cubicBezTo>
                    <a:lnTo>
                      <a:pt x="33318" y="68447"/>
                    </a:lnTo>
                    <a:close/>
                    <a:moveTo>
                      <a:pt x="112212" y="36477"/>
                    </a:moveTo>
                    <a:lnTo>
                      <a:pt x="121394" y="27463"/>
                    </a:lnTo>
                    <a:cubicBezTo>
                      <a:pt x="127039" y="33613"/>
                      <a:pt x="131461" y="40816"/>
                      <a:pt x="134410" y="48735"/>
                    </a:cubicBezTo>
                    <a:cubicBezTo>
                      <a:pt x="128892" y="42206"/>
                      <a:pt x="121141" y="37741"/>
                      <a:pt x="112212" y="36435"/>
                    </a:cubicBezTo>
                    <a:moveTo>
                      <a:pt x="110864" y="68405"/>
                    </a:moveTo>
                    <a:lnTo>
                      <a:pt x="132430" y="52862"/>
                    </a:lnTo>
                    <a:cubicBezTo>
                      <a:pt x="135716" y="57285"/>
                      <a:pt x="137779" y="62635"/>
                      <a:pt x="138285" y="68405"/>
                    </a:cubicBezTo>
                    <a:lnTo>
                      <a:pt x="110864" y="68405"/>
                    </a:lnTo>
                    <a:close/>
                    <a:moveTo>
                      <a:pt x="97469" y="50925"/>
                    </a:moveTo>
                    <a:lnTo>
                      <a:pt x="108421" y="40184"/>
                    </a:lnTo>
                    <a:cubicBezTo>
                      <a:pt x="117393" y="40563"/>
                      <a:pt x="125354" y="44649"/>
                      <a:pt x="130829" y="50925"/>
                    </a:cubicBezTo>
                    <a:lnTo>
                      <a:pt x="97469" y="50925"/>
                    </a:lnTo>
                    <a:close/>
                    <a:moveTo>
                      <a:pt x="87992" y="50925"/>
                    </a:moveTo>
                    <a:lnTo>
                      <a:pt x="86560" y="50925"/>
                    </a:lnTo>
                    <a:lnTo>
                      <a:pt x="85717" y="48355"/>
                    </a:lnTo>
                    <a:cubicBezTo>
                      <a:pt x="89045" y="45365"/>
                      <a:pt x="93004" y="43090"/>
                      <a:pt x="97343" y="41700"/>
                    </a:cubicBezTo>
                    <a:lnTo>
                      <a:pt x="87950" y="50925"/>
                    </a:lnTo>
                    <a:close/>
                    <a:moveTo>
                      <a:pt x="134368" y="93299"/>
                    </a:moveTo>
                    <a:cubicBezTo>
                      <a:pt x="131335" y="101429"/>
                      <a:pt x="126786" y="108842"/>
                      <a:pt x="120889" y="115076"/>
                    </a:cubicBezTo>
                    <a:lnTo>
                      <a:pt x="111327" y="105641"/>
                    </a:lnTo>
                    <a:cubicBezTo>
                      <a:pt x="120594" y="104546"/>
                      <a:pt x="128723" y="99996"/>
                      <a:pt x="134368" y="93257"/>
                    </a:cubicBezTo>
                    <a:moveTo>
                      <a:pt x="107494" y="101892"/>
                    </a:moveTo>
                    <a:lnTo>
                      <a:pt x="100123" y="94647"/>
                    </a:lnTo>
                    <a:lnTo>
                      <a:pt x="95742" y="79231"/>
                    </a:lnTo>
                    <a:lnTo>
                      <a:pt x="103535" y="73628"/>
                    </a:lnTo>
                    <a:lnTo>
                      <a:pt x="138243" y="73628"/>
                    </a:lnTo>
                    <a:cubicBezTo>
                      <a:pt x="136895" y="89298"/>
                      <a:pt x="123711" y="101639"/>
                      <a:pt x="107494" y="101892"/>
                    </a:cubicBezTo>
                    <a:moveTo>
                      <a:pt x="135547" y="4128"/>
                    </a:moveTo>
                    <a:lnTo>
                      <a:pt x="119583" y="19797"/>
                    </a:lnTo>
                    <a:cubicBezTo>
                      <a:pt x="111369" y="12468"/>
                      <a:pt x="101386" y="6992"/>
                      <a:pt x="90351" y="4128"/>
                    </a:cubicBezTo>
                    <a:lnTo>
                      <a:pt x="135547" y="4128"/>
                    </a:lnTo>
                    <a:close/>
                    <a:moveTo>
                      <a:pt x="84" y="0"/>
                    </a:moveTo>
                    <a:lnTo>
                      <a:pt x="84" y="137485"/>
                    </a:lnTo>
                    <a:lnTo>
                      <a:pt x="0" y="137569"/>
                    </a:lnTo>
                    <a:lnTo>
                      <a:pt x="84" y="137653"/>
                    </a:lnTo>
                    <a:lnTo>
                      <a:pt x="84" y="142160"/>
                    </a:lnTo>
                    <a:lnTo>
                      <a:pt x="4633" y="142160"/>
                    </a:lnTo>
                    <a:lnTo>
                      <a:pt x="4718" y="142244"/>
                    </a:lnTo>
                    <a:lnTo>
                      <a:pt x="4802" y="142160"/>
                    </a:lnTo>
                    <a:lnTo>
                      <a:pt x="144477" y="142160"/>
                    </a:lnTo>
                    <a:lnTo>
                      <a:pt x="144477" y="168"/>
                    </a:lnTo>
                    <a:lnTo>
                      <a:pt x="84" y="168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17" name="Forme libre : forme 16">
                <a:extLst>
                  <a:ext uri="{FF2B5EF4-FFF2-40B4-BE49-F238E27FC236}">
                    <a16:creationId xmlns:a16="http://schemas.microsoft.com/office/drawing/2014/main" id="{914ED67B-A447-10E4-6F18-10ADA57EFBB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540364" y="5659411"/>
                <a:ext cx="2990" cy="2780"/>
              </a:xfrm>
              <a:custGeom>
                <a:avLst/>
                <a:gdLst>
                  <a:gd name="connsiteX0" fmla="*/ 2359 w 2990"/>
                  <a:gd name="connsiteY0" fmla="*/ 463 h 2780"/>
                  <a:gd name="connsiteX1" fmla="*/ 0 w 2990"/>
                  <a:gd name="connsiteY1" fmla="*/ 0 h 2780"/>
                  <a:gd name="connsiteX2" fmla="*/ 2991 w 2990"/>
                  <a:gd name="connsiteY2" fmla="*/ 2780 h 2780"/>
                  <a:gd name="connsiteX3" fmla="*/ 2317 w 2990"/>
                  <a:gd name="connsiteY3" fmla="*/ 463 h 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0" h="2780">
                    <a:moveTo>
                      <a:pt x="2359" y="463"/>
                    </a:moveTo>
                    <a:cubicBezTo>
                      <a:pt x="1558" y="379"/>
                      <a:pt x="800" y="126"/>
                      <a:pt x="0" y="0"/>
                    </a:cubicBezTo>
                    <a:cubicBezTo>
                      <a:pt x="1053" y="885"/>
                      <a:pt x="2022" y="1811"/>
                      <a:pt x="2991" y="2780"/>
                    </a:cubicBezTo>
                    <a:lnTo>
                      <a:pt x="2317" y="463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grpSp>
        <p:nvGrpSpPr>
          <p:cNvPr id="27" name="Groupe 26" hidden="1">
            <a:extLst>
              <a:ext uri="{FF2B5EF4-FFF2-40B4-BE49-F238E27FC236}">
                <a16:creationId xmlns:a16="http://schemas.microsoft.com/office/drawing/2014/main" id="{5D2A24A3-57D5-9A67-6344-E879CFDCAB8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5819898"/>
            <a:ext cx="695686" cy="1038102"/>
            <a:chOff x="0" y="5819898"/>
            <a:chExt cx="695686" cy="1038102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B2989E40-B418-AA6A-319C-75A30252528B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0" y="6510664"/>
              <a:ext cx="352786" cy="347336"/>
              <a:chOff x="1439272" y="5553812"/>
              <a:chExt cx="144476" cy="142244"/>
            </a:xfrm>
            <a:solidFill>
              <a:schemeClr val="bg2"/>
            </a:solidFill>
          </p:grpSpPr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0B9CD4CC-390A-B3B5-2226-00F88B0836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439272" y="5553812"/>
                <a:ext cx="144476" cy="142244"/>
              </a:xfrm>
              <a:custGeom>
                <a:avLst/>
                <a:gdLst>
                  <a:gd name="connsiteX0" fmla="*/ 140391 w 144476"/>
                  <a:gd name="connsiteY0" fmla="*/ 53410 h 142244"/>
                  <a:gd name="connsiteX1" fmla="*/ 124427 w 144476"/>
                  <a:gd name="connsiteY1" fmla="*/ 24641 h 142244"/>
                  <a:gd name="connsiteX2" fmla="*/ 140391 w 144476"/>
                  <a:gd name="connsiteY2" fmla="*/ 8972 h 142244"/>
                  <a:gd name="connsiteX3" fmla="*/ 140391 w 144476"/>
                  <a:gd name="connsiteY3" fmla="*/ 53452 h 142244"/>
                  <a:gd name="connsiteX4" fmla="*/ 140391 w 144476"/>
                  <a:gd name="connsiteY4" fmla="*/ 134283 h 142244"/>
                  <a:gd name="connsiteX5" fmla="*/ 124006 w 144476"/>
                  <a:gd name="connsiteY5" fmla="*/ 118151 h 142244"/>
                  <a:gd name="connsiteX6" fmla="*/ 140391 w 144476"/>
                  <a:gd name="connsiteY6" fmla="*/ 88876 h 142244"/>
                  <a:gd name="connsiteX7" fmla="*/ 140391 w 144476"/>
                  <a:gd name="connsiteY7" fmla="*/ 134283 h 142244"/>
                  <a:gd name="connsiteX8" fmla="*/ 90477 w 144476"/>
                  <a:gd name="connsiteY8" fmla="*/ 137990 h 142244"/>
                  <a:gd name="connsiteX9" fmla="*/ 120215 w 144476"/>
                  <a:gd name="connsiteY9" fmla="*/ 121857 h 142244"/>
                  <a:gd name="connsiteX10" fmla="*/ 136600 w 144476"/>
                  <a:gd name="connsiteY10" fmla="*/ 137990 h 142244"/>
                  <a:gd name="connsiteX11" fmla="*/ 90477 w 144476"/>
                  <a:gd name="connsiteY11" fmla="*/ 137990 h 142244"/>
                  <a:gd name="connsiteX12" fmla="*/ 34203 w 144476"/>
                  <a:gd name="connsiteY12" fmla="*/ 124258 h 142244"/>
                  <a:gd name="connsiteX13" fmla="*/ 72617 w 144476"/>
                  <a:gd name="connsiteY13" fmla="*/ 99112 h 142244"/>
                  <a:gd name="connsiteX14" fmla="*/ 71312 w 144476"/>
                  <a:gd name="connsiteY14" fmla="*/ 99028 h 142244"/>
                  <a:gd name="connsiteX15" fmla="*/ 35719 w 144476"/>
                  <a:gd name="connsiteY15" fmla="*/ 118404 h 142244"/>
                  <a:gd name="connsiteX16" fmla="*/ 33908 w 144476"/>
                  <a:gd name="connsiteY16" fmla="*/ 124006 h 142244"/>
                  <a:gd name="connsiteX17" fmla="*/ 33023 w 144476"/>
                  <a:gd name="connsiteY17" fmla="*/ 123290 h 142244"/>
                  <a:gd name="connsiteX18" fmla="*/ 32939 w 144476"/>
                  <a:gd name="connsiteY18" fmla="*/ 123416 h 142244"/>
                  <a:gd name="connsiteX19" fmla="*/ 29443 w 144476"/>
                  <a:gd name="connsiteY19" fmla="*/ 120804 h 142244"/>
                  <a:gd name="connsiteX20" fmla="*/ 29569 w 144476"/>
                  <a:gd name="connsiteY20" fmla="*/ 120594 h 142244"/>
                  <a:gd name="connsiteX21" fmla="*/ 28053 w 144476"/>
                  <a:gd name="connsiteY21" fmla="*/ 119372 h 142244"/>
                  <a:gd name="connsiteX22" fmla="*/ 33992 w 144476"/>
                  <a:gd name="connsiteY22" fmla="*/ 113517 h 142244"/>
                  <a:gd name="connsiteX23" fmla="*/ 71312 w 144476"/>
                  <a:gd name="connsiteY23" fmla="*/ 94815 h 142244"/>
                  <a:gd name="connsiteX24" fmla="*/ 82390 w 144476"/>
                  <a:gd name="connsiteY24" fmla="*/ 96248 h 142244"/>
                  <a:gd name="connsiteX25" fmla="*/ 71438 w 144476"/>
                  <a:gd name="connsiteY25" fmla="*/ 71143 h 142244"/>
                  <a:gd name="connsiteX26" fmla="*/ 84411 w 144476"/>
                  <a:gd name="connsiteY26" fmla="*/ 44059 h 142244"/>
                  <a:gd name="connsiteX27" fmla="*/ 72196 w 144476"/>
                  <a:gd name="connsiteY27" fmla="*/ 6023 h 142244"/>
                  <a:gd name="connsiteX28" fmla="*/ 72365 w 144476"/>
                  <a:gd name="connsiteY28" fmla="*/ 6023 h 142244"/>
                  <a:gd name="connsiteX29" fmla="*/ 116719 w 144476"/>
                  <a:gd name="connsiteY29" fmla="*/ 22914 h 142244"/>
                  <a:gd name="connsiteX30" fmla="*/ 102903 w 144476"/>
                  <a:gd name="connsiteY30" fmla="*/ 36477 h 142244"/>
                  <a:gd name="connsiteX31" fmla="*/ 84454 w 144476"/>
                  <a:gd name="connsiteY31" fmla="*/ 44228 h 142244"/>
                  <a:gd name="connsiteX32" fmla="*/ 85802 w 144476"/>
                  <a:gd name="connsiteY32" fmla="*/ 48355 h 142244"/>
                  <a:gd name="connsiteX33" fmla="*/ 75608 w 144476"/>
                  <a:gd name="connsiteY33" fmla="*/ 71101 h 142244"/>
                  <a:gd name="connsiteX34" fmla="*/ 101934 w 144476"/>
                  <a:gd name="connsiteY34" fmla="*/ 101639 h 142244"/>
                  <a:gd name="connsiteX35" fmla="*/ 103366 w 144476"/>
                  <a:gd name="connsiteY35" fmla="*/ 105809 h 142244"/>
                  <a:gd name="connsiteX36" fmla="*/ 103914 w 144476"/>
                  <a:gd name="connsiteY36" fmla="*/ 105851 h 142244"/>
                  <a:gd name="connsiteX37" fmla="*/ 117140 w 144476"/>
                  <a:gd name="connsiteY37" fmla="*/ 118867 h 142244"/>
                  <a:gd name="connsiteX38" fmla="*/ 113602 w 144476"/>
                  <a:gd name="connsiteY38" fmla="*/ 121857 h 142244"/>
                  <a:gd name="connsiteX39" fmla="*/ 113602 w 144476"/>
                  <a:gd name="connsiteY39" fmla="*/ 121857 h 142244"/>
                  <a:gd name="connsiteX40" fmla="*/ 110064 w 144476"/>
                  <a:gd name="connsiteY40" fmla="*/ 124553 h 142244"/>
                  <a:gd name="connsiteX41" fmla="*/ 110064 w 144476"/>
                  <a:gd name="connsiteY41" fmla="*/ 124469 h 142244"/>
                  <a:gd name="connsiteX42" fmla="*/ 108842 w 144476"/>
                  <a:gd name="connsiteY42" fmla="*/ 125311 h 142244"/>
                  <a:gd name="connsiteX43" fmla="*/ 106946 w 144476"/>
                  <a:gd name="connsiteY43" fmla="*/ 118656 h 142244"/>
                  <a:gd name="connsiteX44" fmla="*/ 72828 w 144476"/>
                  <a:gd name="connsiteY44" fmla="*/ 99112 h 142244"/>
                  <a:gd name="connsiteX45" fmla="*/ 108716 w 144476"/>
                  <a:gd name="connsiteY45" fmla="*/ 125438 h 142244"/>
                  <a:gd name="connsiteX46" fmla="*/ 72281 w 144476"/>
                  <a:gd name="connsiteY46" fmla="*/ 136221 h 142244"/>
                  <a:gd name="connsiteX47" fmla="*/ 34118 w 144476"/>
                  <a:gd name="connsiteY47" fmla="*/ 124216 h 142244"/>
                  <a:gd name="connsiteX48" fmla="*/ 9014 w 144476"/>
                  <a:gd name="connsiteY48" fmla="*/ 137948 h 142244"/>
                  <a:gd name="connsiteX49" fmla="*/ 24978 w 144476"/>
                  <a:gd name="connsiteY49" fmla="*/ 122279 h 142244"/>
                  <a:gd name="connsiteX50" fmla="*/ 54210 w 144476"/>
                  <a:gd name="connsiteY50" fmla="*/ 137948 h 142244"/>
                  <a:gd name="connsiteX51" fmla="*/ 9056 w 144476"/>
                  <a:gd name="connsiteY51" fmla="*/ 137948 h 142244"/>
                  <a:gd name="connsiteX52" fmla="*/ 4296 w 144476"/>
                  <a:gd name="connsiteY52" fmla="*/ 133272 h 142244"/>
                  <a:gd name="connsiteX53" fmla="*/ 4296 w 144476"/>
                  <a:gd name="connsiteY53" fmla="*/ 88876 h 142244"/>
                  <a:gd name="connsiteX54" fmla="*/ 20260 w 144476"/>
                  <a:gd name="connsiteY54" fmla="*/ 117603 h 142244"/>
                  <a:gd name="connsiteX55" fmla="*/ 4296 w 144476"/>
                  <a:gd name="connsiteY55" fmla="*/ 133272 h 142244"/>
                  <a:gd name="connsiteX56" fmla="*/ 4296 w 144476"/>
                  <a:gd name="connsiteY56" fmla="*/ 7919 h 142244"/>
                  <a:gd name="connsiteX57" fmla="*/ 20682 w 144476"/>
                  <a:gd name="connsiteY57" fmla="*/ 24051 h 142244"/>
                  <a:gd name="connsiteX58" fmla="*/ 4296 w 144476"/>
                  <a:gd name="connsiteY58" fmla="*/ 53284 h 142244"/>
                  <a:gd name="connsiteX59" fmla="*/ 4296 w 144476"/>
                  <a:gd name="connsiteY59" fmla="*/ 7919 h 142244"/>
                  <a:gd name="connsiteX60" fmla="*/ 54210 w 144476"/>
                  <a:gd name="connsiteY60" fmla="*/ 4212 h 142244"/>
                  <a:gd name="connsiteX61" fmla="*/ 24473 w 144476"/>
                  <a:gd name="connsiteY61" fmla="*/ 20345 h 142244"/>
                  <a:gd name="connsiteX62" fmla="*/ 8087 w 144476"/>
                  <a:gd name="connsiteY62" fmla="*/ 4212 h 142244"/>
                  <a:gd name="connsiteX63" fmla="*/ 54210 w 144476"/>
                  <a:gd name="connsiteY63" fmla="*/ 4212 h 142244"/>
                  <a:gd name="connsiteX64" fmla="*/ 27463 w 144476"/>
                  <a:gd name="connsiteY64" fmla="*/ 23251 h 142244"/>
                  <a:gd name="connsiteX65" fmla="*/ 71817 w 144476"/>
                  <a:gd name="connsiteY65" fmla="*/ 5939 h 142244"/>
                  <a:gd name="connsiteX66" fmla="*/ 57369 w 144476"/>
                  <a:gd name="connsiteY66" fmla="*/ 50967 h 142244"/>
                  <a:gd name="connsiteX67" fmla="*/ 55642 w 144476"/>
                  <a:gd name="connsiteY67" fmla="*/ 50967 h 142244"/>
                  <a:gd name="connsiteX68" fmla="*/ 27463 w 144476"/>
                  <a:gd name="connsiteY68" fmla="*/ 23251 h 142244"/>
                  <a:gd name="connsiteX69" fmla="*/ 40647 w 144476"/>
                  <a:gd name="connsiteY69" fmla="*/ 73713 h 142244"/>
                  <a:gd name="connsiteX70" fmla="*/ 48229 w 144476"/>
                  <a:gd name="connsiteY70" fmla="*/ 79104 h 142244"/>
                  <a:gd name="connsiteX71" fmla="*/ 43090 w 144476"/>
                  <a:gd name="connsiteY71" fmla="*/ 95110 h 142244"/>
                  <a:gd name="connsiteX72" fmla="*/ 23251 w 144476"/>
                  <a:gd name="connsiteY72" fmla="*/ 114655 h 142244"/>
                  <a:gd name="connsiteX73" fmla="*/ 6234 w 144476"/>
                  <a:gd name="connsiteY73" fmla="*/ 73713 h 142244"/>
                  <a:gd name="connsiteX74" fmla="*/ 40689 w 144476"/>
                  <a:gd name="connsiteY74" fmla="*/ 73713 h 142244"/>
                  <a:gd name="connsiteX75" fmla="*/ 9309 w 144476"/>
                  <a:gd name="connsiteY75" fmla="*/ 51009 h 142244"/>
                  <a:gd name="connsiteX76" fmla="*/ 23672 w 144476"/>
                  <a:gd name="connsiteY76" fmla="*/ 27000 h 142244"/>
                  <a:gd name="connsiteX77" fmla="*/ 48061 w 144476"/>
                  <a:gd name="connsiteY77" fmla="*/ 51009 h 142244"/>
                  <a:gd name="connsiteX78" fmla="*/ 9309 w 144476"/>
                  <a:gd name="connsiteY78" fmla="*/ 51009 h 142244"/>
                  <a:gd name="connsiteX79" fmla="*/ 33318 w 144476"/>
                  <a:gd name="connsiteY79" fmla="*/ 68447 h 142244"/>
                  <a:gd name="connsiteX80" fmla="*/ 6192 w 144476"/>
                  <a:gd name="connsiteY80" fmla="*/ 68447 h 142244"/>
                  <a:gd name="connsiteX81" fmla="*/ 9225 w 144476"/>
                  <a:gd name="connsiteY81" fmla="*/ 51220 h 142244"/>
                  <a:gd name="connsiteX82" fmla="*/ 33318 w 144476"/>
                  <a:gd name="connsiteY82" fmla="*/ 68447 h 142244"/>
                  <a:gd name="connsiteX83" fmla="*/ 112212 w 144476"/>
                  <a:gd name="connsiteY83" fmla="*/ 36477 h 142244"/>
                  <a:gd name="connsiteX84" fmla="*/ 121394 w 144476"/>
                  <a:gd name="connsiteY84" fmla="*/ 27463 h 142244"/>
                  <a:gd name="connsiteX85" fmla="*/ 134410 w 144476"/>
                  <a:gd name="connsiteY85" fmla="*/ 48735 h 142244"/>
                  <a:gd name="connsiteX86" fmla="*/ 112212 w 144476"/>
                  <a:gd name="connsiteY86" fmla="*/ 36435 h 142244"/>
                  <a:gd name="connsiteX87" fmla="*/ 110864 w 144476"/>
                  <a:gd name="connsiteY87" fmla="*/ 68405 h 142244"/>
                  <a:gd name="connsiteX88" fmla="*/ 132430 w 144476"/>
                  <a:gd name="connsiteY88" fmla="*/ 52862 h 142244"/>
                  <a:gd name="connsiteX89" fmla="*/ 138285 w 144476"/>
                  <a:gd name="connsiteY89" fmla="*/ 68405 h 142244"/>
                  <a:gd name="connsiteX90" fmla="*/ 110864 w 144476"/>
                  <a:gd name="connsiteY90" fmla="*/ 68405 h 142244"/>
                  <a:gd name="connsiteX91" fmla="*/ 97469 w 144476"/>
                  <a:gd name="connsiteY91" fmla="*/ 50925 h 142244"/>
                  <a:gd name="connsiteX92" fmla="*/ 108421 w 144476"/>
                  <a:gd name="connsiteY92" fmla="*/ 40184 h 142244"/>
                  <a:gd name="connsiteX93" fmla="*/ 130829 w 144476"/>
                  <a:gd name="connsiteY93" fmla="*/ 50925 h 142244"/>
                  <a:gd name="connsiteX94" fmla="*/ 97469 w 144476"/>
                  <a:gd name="connsiteY94" fmla="*/ 50925 h 142244"/>
                  <a:gd name="connsiteX95" fmla="*/ 87992 w 144476"/>
                  <a:gd name="connsiteY95" fmla="*/ 50925 h 142244"/>
                  <a:gd name="connsiteX96" fmla="*/ 86560 w 144476"/>
                  <a:gd name="connsiteY96" fmla="*/ 50925 h 142244"/>
                  <a:gd name="connsiteX97" fmla="*/ 85717 w 144476"/>
                  <a:gd name="connsiteY97" fmla="*/ 48355 h 142244"/>
                  <a:gd name="connsiteX98" fmla="*/ 97343 w 144476"/>
                  <a:gd name="connsiteY98" fmla="*/ 41700 h 142244"/>
                  <a:gd name="connsiteX99" fmla="*/ 87950 w 144476"/>
                  <a:gd name="connsiteY99" fmla="*/ 50925 h 142244"/>
                  <a:gd name="connsiteX100" fmla="*/ 134368 w 144476"/>
                  <a:gd name="connsiteY100" fmla="*/ 93299 h 142244"/>
                  <a:gd name="connsiteX101" fmla="*/ 120889 w 144476"/>
                  <a:gd name="connsiteY101" fmla="*/ 115076 h 142244"/>
                  <a:gd name="connsiteX102" fmla="*/ 111327 w 144476"/>
                  <a:gd name="connsiteY102" fmla="*/ 105641 h 142244"/>
                  <a:gd name="connsiteX103" fmla="*/ 134368 w 144476"/>
                  <a:gd name="connsiteY103" fmla="*/ 93257 h 142244"/>
                  <a:gd name="connsiteX104" fmla="*/ 107494 w 144476"/>
                  <a:gd name="connsiteY104" fmla="*/ 101892 h 142244"/>
                  <a:gd name="connsiteX105" fmla="*/ 100123 w 144476"/>
                  <a:gd name="connsiteY105" fmla="*/ 94647 h 142244"/>
                  <a:gd name="connsiteX106" fmla="*/ 95742 w 144476"/>
                  <a:gd name="connsiteY106" fmla="*/ 79231 h 142244"/>
                  <a:gd name="connsiteX107" fmla="*/ 103535 w 144476"/>
                  <a:gd name="connsiteY107" fmla="*/ 73628 h 142244"/>
                  <a:gd name="connsiteX108" fmla="*/ 138243 w 144476"/>
                  <a:gd name="connsiteY108" fmla="*/ 73628 h 142244"/>
                  <a:gd name="connsiteX109" fmla="*/ 107494 w 144476"/>
                  <a:gd name="connsiteY109" fmla="*/ 101892 h 142244"/>
                  <a:gd name="connsiteX110" fmla="*/ 135547 w 144476"/>
                  <a:gd name="connsiteY110" fmla="*/ 4128 h 142244"/>
                  <a:gd name="connsiteX111" fmla="*/ 119583 w 144476"/>
                  <a:gd name="connsiteY111" fmla="*/ 19797 h 142244"/>
                  <a:gd name="connsiteX112" fmla="*/ 90351 w 144476"/>
                  <a:gd name="connsiteY112" fmla="*/ 4128 h 142244"/>
                  <a:gd name="connsiteX113" fmla="*/ 135547 w 144476"/>
                  <a:gd name="connsiteY113" fmla="*/ 4128 h 142244"/>
                  <a:gd name="connsiteX114" fmla="*/ 84 w 144476"/>
                  <a:gd name="connsiteY114" fmla="*/ 0 h 142244"/>
                  <a:gd name="connsiteX115" fmla="*/ 84 w 144476"/>
                  <a:gd name="connsiteY115" fmla="*/ 137485 h 142244"/>
                  <a:gd name="connsiteX116" fmla="*/ 0 w 144476"/>
                  <a:gd name="connsiteY116" fmla="*/ 137569 h 142244"/>
                  <a:gd name="connsiteX117" fmla="*/ 84 w 144476"/>
                  <a:gd name="connsiteY117" fmla="*/ 137653 h 142244"/>
                  <a:gd name="connsiteX118" fmla="*/ 84 w 144476"/>
                  <a:gd name="connsiteY118" fmla="*/ 142160 h 142244"/>
                  <a:gd name="connsiteX119" fmla="*/ 4633 w 144476"/>
                  <a:gd name="connsiteY119" fmla="*/ 142160 h 142244"/>
                  <a:gd name="connsiteX120" fmla="*/ 4718 w 144476"/>
                  <a:gd name="connsiteY120" fmla="*/ 142244 h 142244"/>
                  <a:gd name="connsiteX121" fmla="*/ 4802 w 144476"/>
                  <a:gd name="connsiteY121" fmla="*/ 142160 h 142244"/>
                  <a:gd name="connsiteX122" fmla="*/ 144477 w 144476"/>
                  <a:gd name="connsiteY122" fmla="*/ 142160 h 142244"/>
                  <a:gd name="connsiteX123" fmla="*/ 144477 w 144476"/>
                  <a:gd name="connsiteY123" fmla="*/ 168 h 142244"/>
                  <a:gd name="connsiteX124" fmla="*/ 84 w 144476"/>
                  <a:gd name="connsiteY124" fmla="*/ 168 h 14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4476" h="142244">
                    <a:moveTo>
                      <a:pt x="140391" y="53410"/>
                    </a:moveTo>
                    <a:cubicBezTo>
                      <a:pt x="137443" y="42543"/>
                      <a:pt x="131925" y="32728"/>
                      <a:pt x="124427" y="24641"/>
                    </a:cubicBezTo>
                    <a:lnTo>
                      <a:pt x="140391" y="8972"/>
                    </a:lnTo>
                    <a:lnTo>
                      <a:pt x="140391" y="53452"/>
                    </a:lnTo>
                    <a:close/>
                    <a:moveTo>
                      <a:pt x="140391" y="134283"/>
                    </a:moveTo>
                    <a:lnTo>
                      <a:pt x="124006" y="118151"/>
                    </a:lnTo>
                    <a:cubicBezTo>
                      <a:pt x="131714" y="109979"/>
                      <a:pt x="137400" y="99996"/>
                      <a:pt x="140391" y="88876"/>
                    </a:cubicBezTo>
                    <a:lnTo>
                      <a:pt x="140391" y="134283"/>
                    </a:lnTo>
                    <a:close/>
                    <a:moveTo>
                      <a:pt x="90477" y="137990"/>
                    </a:moveTo>
                    <a:cubicBezTo>
                      <a:pt x="101766" y="135042"/>
                      <a:pt x="111875" y="129439"/>
                      <a:pt x="120215" y="121857"/>
                    </a:cubicBezTo>
                    <a:lnTo>
                      <a:pt x="136600" y="137990"/>
                    </a:lnTo>
                    <a:lnTo>
                      <a:pt x="90477" y="137990"/>
                    </a:lnTo>
                    <a:close/>
                    <a:moveTo>
                      <a:pt x="34203" y="124258"/>
                    </a:moveTo>
                    <a:lnTo>
                      <a:pt x="72617" y="99112"/>
                    </a:lnTo>
                    <a:cubicBezTo>
                      <a:pt x="72154" y="99112"/>
                      <a:pt x="71775" y="99028"/>
                      <a:pt x="71312" y="99028"/>
                    </a:cubicBezTo>
                    <a:cubicBezTo>
                      <a:pt x="56316" y="99028"/>
                      <a:pt x="43175" y="106778"/>
                      <a:pt x="35719" y="118404"/>
                    </a:cubicBezTo>
                    <a:lnTo>
                      <a:pt x="33908" y="124006"/>
                    </a:lnTo>
                    <a:cubicBezTo>
                      <a:pt x="33613" y="123795"/>
                      <a:pt x="33318" y="123542"/>
                      <a:pt x="33023" y="123290"/>
                    </a:cubicBezTo>
                    <a:cubicBezTo>
                      <a:pt x="33023" y="123332"/>
                      <a:pt x="32981" y="123374"/>
                      <a:pt x="32939" y="123416"/>
                    </a:cubicBezTo>
                    <a:lnTo>
                      <a:pt x="29443" y="120804"/>
                    </a:lnTo>
                    <a:cubicBezTo>
                      <a:pt x="29443" y="120804"/>
                      <a:pt x="29527" y="120636"/>
                      <a:pt x="29569" y="120594"/>
                    </a:cubicBezTo>
                    <a:cubicBezTo>
                      <a:pt x="29064" y="120173"/>
                      <a:pt x="28516" y="119794"/>
                      <a:pt x="28053" y="119372"/>
                    </a:cubicBezTo>
                    <a:lnTo>
                      <a:pt x="33992" y="113517"/>
                    </a:lnTo>
                    <a:cubicBezTo>
                      <a:pt x="42416" y="102229"/>
                      <a:pt x="55937" y="94815"/>
                      <a:pt x="71312" y="94815"/>
                    </a:cubicBezTo>
                    <a:cubicBezTo>
                      <a:pt x="75145" y="94815"/>
                      <a:pt x="78851" y="95405"/>
                      <a:pt x="82390" y="96248"/>
                    </a:cubicBezTo>
                    <a:cubicBezTo>
                      <a:pt x="75692" y="89887"/>
                      <a:pt x="71438" y="81042"/>
                      <a:pt x="71438" y="71143"/>
                    </a:cubicBezTo>
                    <a:cubicBezTo>
                      <a:pt x="71438" y="60234"/>
                      <a:pt x="76493" y="50504"/>
                      <a:pt x="84411" y="44059"/>
                    </a:cubicBezTo>
                    <a:lnTo>
                      <a:pt x="72196" y="6023"/>
                    </a:lnTo>
                    <a:cubicBezTo>
                      <a:pt x="72196" y="6023"/>
                      <a:pt x="72281" y="6023"/>
                      <a:pt x="72365" y="6023"/>
                    </a:cubicBezTo>
                    <a:cubicBezTo>
                      <a:pt x="89424" y="6023"/>
                      <a:pt x="104967" y="12468"/>
                      <a:pt x="116719" y="22914"/>
                    </a:cubicBezTo>
                    <a:lnTo>
                      <a:pt x="102903" y="36477"/>
                    </a:lnTo>
                    <a:cubicBezTo>
                      <a:pt x="95911" y="37278"/>
                      <a:pt x="89592" y="40058"/>
                      <a:pt x="84454" y="44228"/>
                    </a:cubicBezTo>
                    <a:lnTo>
                      <a:pt x="85802" y="48355"/>
                    </a:lnTo>
                    <a:cubicBezTo>
                      <a:pt x="79567" y="54000"/>
                      <a:pt x="75608" y="62129"/>
                      <a:pt x="75608" y="71101"/>
                    </a:cubicBezTo>
                    <a:cubicBezTo>
                      <a:pt x="75608" y="86433"/>
                      <a:pt x="87023" y="99238"/>
                      <a:pt x="101934" y="101639"/>
                    </a:cubicBezTo>
                    <a:lnTo>
                      <a:pt x="103366" y="105809"/>
                    </a:lnTo>
                    <a:cubicBezTo>
                      <a:pt x="103366" y="105809"/>
                      <a:pt x="103745" y="105809"/>
                      <a:pt x="103914" y="105851"/>
                    </a:cubicBezTo>
                    <a:lnTo>
                      <a:pt x="117140" y="118867"/>
                    </a:lnTo>
                    <a:cubicBezTo>
                      <a:pt x="116003" y="119920"/>
                      <a:pt x="114823" y="120889"/>
                      <a:pt x="113602" y="121857"/>
                    </a:cubicBezTo>
                    <a:lnTo>
                      <a:pt x="113602" y="121857"/>
                    </a:lnTo>
                    <a:lnTo>
                      <a:pt x="110064" y="124553"/>
                    </a:lnTo>
                    <a:lnTo>
                      <a:pt x="110064" y="124469"/>
                    </a:lnTo>
                    <a:cubicBezTo>
                      <a:pt x="109600" y="124764"/>
                      <a:pt x="109263" y="125059"/>
                      <a:pt x="108842" y="125311"/>
                    </a:cubicBezTo>
                    <a:lnTo>
                      <a:pt x="106946" y="118656"/>
                    </a:lnTo>
                    <a:cubicBezTo>
                      <a:pt x="99786" y="107283"/>
                      <a:pt x="87234" y="99659"/>
                      <a:pt x="72828" y="99112"/>
                    </a:cubicBezTo>
                    <a:lnTo>
                      <a:pt x="108716" y="125438"/>
                    </a:lnTo>
                    <a:cubicBezTo>
                      <a:pt x="98269" y="132219"/>
                      <a:pt x="85759" y="136221"/>
                      <a:pt x="72281" y="136221"/>
                    </a:cubicBezTo>
                    <a:cubicBezTo>
                      <a:pt x="58043" y="136221"/>
                      <a:pt x="44902" y="131756"/>
                      <a:pt x="34118" y="124216"/>
                    </a:cubicBezTo>
                    <a:moveTo>
                      <a:pt x="9014" y="137948"/>
                    </a:moveTo>
                    <a:lnTo>
                      <a:pt x="24978" y="122279"/>
                    </a:lnTo>
                    <a:cubicBezTo>
                      <a:pt x="33192" y="129608"/>
                      <a:pt x="43132" y="135084"/>
                      <a:pt x="54210" y="137948"/>
                    </a:cubicBezTo>
                    <a:lnTo>
                      <a:pt x="9056" y="137948"/>
                    </a:lnTo>
                    <a:close/>
                    <a:moveTo>
                      <a:pt x="4296" y="133272"/>
                    </a:moveTo>
                    <a:lnTo>
                      <a:pt x="4296" y="88876"/>
                    </a:lnTo>
                    <a:cubicBezTo>
                      <a:pt x="7245" y="99744"/>
                      <a:pt x="12763" y="109558"/>
                      <a:pt x="20260" y="117603"/>
                    </a:cubicBezTo>
                    <a:lnTo>
                      <a:pt x="4296" y="133272"/>
                    </a:lnTo>
                    <a:close/>
                    <a:moveTo>
                      <a:pt x="4296" y="7919"/>
                    </a:moveTo>
                    <a:lnTo>
                      <a:pt x="20682" y="24051"/>
                    </a:lnTo>
                    <a:cubicBezTo>
                      <a:pt x="12973" y="32223"/>
                      <a:pt x="7287" y="42206"/>
                      <a:pt x="4296" y="53284"/>
                    </a:cubicBezTo>
                    <a:lnTo>
                      <a:pt x="4296" y="7919"/>
                    </a:lnTo>
                    <a:close/>
                    <a:moveTo>
                      <a:pt x="54210" y="4212"/>
                    </a:moveTo>
                    <a:cubicBezTo>
                      <a:pt x="42922" y="7161"/>
                      <a:pt x="32771" y="12763"/>
                      <a:pt x="24473" y="20345"/>
                    </a:cubicBezTo>
                    <a:lnTo>
                      <a:pt x="8087" y="4212"/>
                    </a:lnTo>
                    <a:lnTo>
                      <a:pt x="54210" y="4212"/>
                    </a:lnTo>
                    <a:close/>
                    <a:moveTo>
                      <a:pt x="27463" y="23251"/>
                    </a:moveTo>
                    <a:cubicBezTo>
                      <a:pt x="39173" y="12636"/>
                      <a:pt x="54716" y="6065"/>
                      <a:pt x="71817" y="5939"/>
                    </a:cubicBezTo>
                    <a:lnTo>
                      <a:pt x="57369" y="50967"/>
                    </a:lnTo>
                    <a:lnTo>
                      <a:pt x="55642" y="50967"/>
                    </a:lnTo>
                    <a:lnTo>
                      <a:pt x="27463" y="23251"/>
                    </a:lnTo>
                    <a:close/>
                    <a:moveTo>
                      <a:pt x="40647" y="73713"/>
                    </a:moveTo>
                    <a:lnTo>
                      <a:pt x="48229" y="79104"/>
                    </a:lnTo>
                    <a:lnTo>
                      <a:pt x="43090" y="95110"/>
                    </a:lnTo>
                    <a:lnTo>
                      <a:pt x="23251" y="114655"/>
                    </a:lnTo>
                    <a:cubicBezTo>
                      <a:pt x="13184" y="103703"/>
                      <a:pt x="6866" y="89424"/>
                      <a:pt x="6234" y="73713"/>
                    </a:cubicBezTo>
                    <a:lnTo>
                      <a:pt x="40689" y="73713"/>
                    </a:lnTo>
                    <a:close/>
                    <a:moveTo>
                      <a:pt x="9309" y="51009"/>
                    </a:moveTo>
                    <a:cubicBezTo>
                      <a:pt x="12299" y="41995"/>
                      <a:pt x="17270" y="33824"/>
                      <a:pt x="23672" y="27000"/>
                    </a:cubicBezTo>
                    <a:lnTo>
                      <a:pt x="48061" y="51009"/>
                    </a:lnTo>
                    <a:lnTo>
                      <a:pt x="9309" y="51009"/>
                    </a:lnTo>
                    <a:close/>
                    <a:moveTo>
                      <a:pt x="33318" y="68447"/>
                    </a:moveTo>
                    <a:lnTo>
                      <a:pt x="6192" y="68447"/>
                    </a:lnTo>
                    <a:cubicBezTo>
                      <a:pt x="6445" y="62466"/>
                      <a:pt x="7455" y="56696"/>
                      <a:pt x="9225" y="51220"/>
                    </a:cubicBezTo>
                    <a:lnTo>
                      <a:pt x="33318" y="68447"/>
                    </a:lnTo>
                    <a:close/>
                    <a:moveTo>
                      <a:pt x="112212" y="36477"/>
                    </a:moveTo>
                    <a:lnTo>
                      <a:pt x="121394" y="27463"/>
                    </a:lnTo>
                    <a:cubicBezTo>
                      <a:pt x="127039" y="33613"/>
                      <a:pt x="131461" y="40816"/>
                      <a:pt x="134410" y="48735"/>
                    </a:cubicBezTo>
                    <a:cubicBezTo>
                      <a:pt x="128892" y="42206"/>
                      <a:pt x="121141" y="37741"/>
                      <a:pt x="112212" y="36435"/>
                    </a:cubicBezTo>
                    <a:moveTo>
                      <a:pt x="110864" y="68405"/>
                    </a:moveTo>
                    <a:lnTo>
                      <a:pt x="132430" y="52862"/>
                    </a:lnTo>
                    <a:cubicBezTo>
                      <a:pt x="135716" y="57285"/>
                      <a:pt x="137779" y="62635"/>
                      <a:pt x="138285" y="68405"/>
                    </a:cubicBezTo>
                    <a:lnTo>
                      <a:pt x="110864" y="68405"/>
                    </a:lnTo>
                    <a:close/>
                    <a:moveTo>
                      <a:pt x="97469" y="50925"/>
                    </a:moveTo>
                    <a:lnTo>
                      <a:pt x="108421" y="40184"/>
                    </a:lnTo>
                    <a:cubicBezTo>
                      <a:pt x="117393" y="40563"/>
                      <a:pt x="125354" y="44649"/>
                      <a:pt x="130829" y="50925"/>
                    </a:cubicBezTo>
                    <a:lnTo>
                      <a:pt x="97469" y="50925"/>
                    </a:lnTo>
                    <a:close/>
                    <a:moveTo>
                      <a:pt x="87992" y="50925"/>
                    </a:moveTo>
                    <a:lnTo>
                      <a:pt x="86560" y="50925"/>
                    </a:lnTo>
                    <a:lnTo>
                      <a:pt x="85717" y="48355"/>
                    </a:lnTo>
                    <a:cubicBezTo>
                      <a:pt x="89045" y="45365"/>
                      <a:pt x="93004" y="43090"/>
                      <a:pt x="97343" y="41700"/>
                    </a:cubicBezTo>
                    <a:lnTo>
                      <a:pt x="87950" y="50925"/>
                    </a:lnTo>
                    <a:close/>
                    <a:moveTo>
                      <a:pt x="134368" y="93299"/>
                    </a:moveTo>
                    <a:cubicBezTo>
                      <a:pt x="131335" y="101429"/>
                      <a:pt x="126786" y="108842"/>
                      <a:pt x="120889" y="115076"/>
                    </a:cubicBezTo>
                    <a:lnTo>
                      <a:pt x="111327" y="105641"/>
                    </a:lnTo>
                    <a:cubicBezTo>
                      <a:pt x="120594" y="104546"/>
                      <a:pt x="128723" y="99996"/>
                      <a:pt x="134368" y="93257"/>
                    </a:cubicBezTo>
                    <a:moveTo>
                      <a:pt x="107494" y="101892"/>
                    </a:moveTo>
                    <a:lnTo>
                      <a:pt x="100123" y="94647"/>
                    </a:lnTo>
                    <a:lnTo>
                      <a:pt x="95742" y="79231"/>
                    </a:lnTo>
                    <a:lnTo>
                      <a:pt x="103535" y="73628"/>
                    </a:lnTo>
                    <a:lnTo>
                      <a:pt x="138243" y="73628"/>
                    </a:lnTo>
                    <a:cubicBezTo>
                      <a:pt x="136895" y="89298"/>
                      <a:pt x="123711" y="101639"/>
                      <a:pt x="107494" y="101892"/>
                    </a:cubicBezTo>
                    <a:moveTo>
                      <a:pt x="135547" y="4128"/>
                    </a:moveTo>
                    <a:lnTo>
                      <a:pt x="119583" y="19797"/>
                    </a:lnTo>
                    <a:cubicBezTo>
                      <a:pt x="111369" y="12468"/>
                      <a:pt x="101386" y="6992"/>
                      <a:pt x="90351" y="4128"/>
                    </a:cubicBezTo>
                    <a:lnTo>
                      <a:pt x="135547" y="4128"/>
                    </a:lnTo>
                    <a:close/>
                    <a:moveTo>
                      <a:pt x="84" y="0"/>
                    </a:moveTo>
                    <a:lnTo>
                      <a:pt x="84" y="137485"/>
                    </a:lnTo>
                    <a:lnTo>
                      <a:pt x="0" y="137569"/>
                    </a:lnTo>
                    <a:lnTo>
                      <a:pt x="84" y="137653"/>
                    </a:lnTo>
                    <a:lnTo>
                      <a:pt x="84" y="142160"/>
                    </a:lnTo>
                    <a:lnTo>
                      <a:pt x="4633" y="142160"/>
                    </a:lnTo>
                    <a:lnTo>
                      <a:pt x="4718" y="142244"/>
                    </a:lnTo>
                    <a:lnTo>
                      <a:pt x="4802" y="142160"/>
                    </a:lnTo>
                    <a:lnTo>
                      <a:pt x="144477" y="142160"/>
                    </a:lnTo>
                    <a:lnTo>
                      <a:pt x="144477" y="168"/>
                    </a:lnTo>
                    <a:lnTo>
                      <a:pt x="84" y="168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66799C6-267E-58B1-BF2E-E042BF2175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540364" y="5659411"/>
                <a:ext cx="2990" cy="2780"/>
              </a:xfrm>
              <a:custGeom>
                <a:avLst/>
                <a:gdLst>
                  <a:gd name="connsiteX0" fmla="*/ 2359 w 2990"/>
                  <a:gd name="connsiteY0" fmla="*/ 463 h 2780"/>
                  <a:gd name="connsiteX1" fmla="*/ 0 w 2990"/>
                  <a:gd name="connsiteY1" fmla="*/ 0 h 2780"/>
                  <a:gd name="connsiteX2" fmla="*/ 2991 w 2990"/>
                  <a:gd name="connsiteY2" fmla="*/ 2780 h 2780"/>
                  <a:gd name="connsiteX3" fmla="*/ 2317 w 2990"/>
                  <a:gd name="connsiteY3" fmla="*/ 463 h 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0" h="2780">
                    <a:moveTo>
                      <a:pt x="2359" y="463"/>
                    </a:moveTo>
                    <a:cubicBezTo>
                      <a:pt x="1558" y="379"/>
                      <a:pt x="800" y="126"/>
                      <a:pt x="0" y="0"/>
                    </a:cubicBezTo>
                    <a:cubicBezTo>
                      <a:pt x="1053" y="885"/>
                      <a:pt x="2022" y="1811"/>
                      <a:pt x="2991" y="2780"/>
                    </a:cubicBezTo>
                    <a:lnTo>
                      <a:pt x="2317" y="463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083139AC-0ED6-FC7F-79C9-00E5A856C5AC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42900" y="5819898"/>
              <a:ext cx="352786" cy="692857"/>
              <a:chOff x="1439272" y="5412312"/>
              <a:chExt cx="144476" cy="283744"/>
            </a:xfrm>
            <a:solidFill>
              <a:schemeClr val="bg2"/>
            </a:solidFill>
          </p:grpSpPr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8DBC98D-EB5D-3A6A-D71C-3607928B0F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439272" y="5553812"/>
                <a:ext cx="144476" cy="142244"/>
              </a:xfrm>
              <a:custGeom>
                <a:avLst/>
                <a:gdLst>
                  <a:gd name="connsiteX0" fmla="*/ 140391 w 144476"/>
                  <a:gd name="connsiteY0" fmla="*/ 53410 h 142244"/>
                  <a:gd name="connsiteX1" fmla="*/ 124427 w 144476"/>
                  <a:gd name="connsiteY1" fmla="*/ 24641 h 142244"/>
                  <a:gd name="connsiteX2" fmla="*/ 140391 w 144476"/>
                  <a:gd name="connsiteY2" fmla="*/ 8972 h 142244"/>
                  <a:gd name="connsiteX3" fmla="*/ 140391 w 144476"/>
                  <a:gd name="connsiteY3" fmla="*/ 53452 h 142244"/>
                  <a:gd name="connsiteX4" fmla="*/ 140391 w 144476"/>
                  <a:gd name="connsiteY4" fmla="*/ 134283 h 142244"/>
                  <a:gd name="connsiteX5" fmla="*/ 124006 w 144476"/>
                  <a:gd name="connsiteY5" fmla="*/ 118151 h 142244"/>
                  <a:gd name="connsiteX6" fmla="*/ 140391 w 144476"/>
                  <a:gd name="connsiteY6" fmla="*/ 88876 h 142244"/>
                  <a:gd name="connsiteX7" fmla="*/ 140391 w 144476"/>
                  <a:gd name="connsiteY7" fmla="*/ 134283 h 142244"/>
                  <a:gd name="connsiteX8" fmla="*/ 90477 w 144476"/>
                  <a:gd name="connsiteY8" fmla="*/ 137990 h 142244"/>
                  <a:gd name="connsiteX9" fmla="*/ 120215 w 144476"/>
                  <a:gd name="connsiteY9" fmla="*/ 121857 h 142244"/>
                  <a:gd name="connsiteX10" fmla="*/ 136600 w 144476"/>
                  <a:gd name="connsiteY10" fmla="*/ 137990 h 142244"/>
                  <a:gd name="connsiteX11" fmla="*/ 90477 w 144476"/>
                  <a:gd name="connsiteY11" fmla="*/ 137990 h 142244"/>
                  <a:gd name="connsiteX12" fmla="*/ 34203 w 144476"/>
                  <a:gd name="connsiteY12" fmla="*/ 124258 h 142244"/>
                  <a:gd name="connsiteX13" fmla="*/ 72617 w 144476"/>
                  <a:gd name="connsiteY13" fmla="*/ 99112 h 142244"/>
                  <a:gd name="connsiteX14" fmla="*/ 71312 w 144476"/>
                  <a:gd name="connsiteY14" fmla="*/ 99028 h 142244"/>
                  <a:gd name="connsiteX15" fmla="*/ 35719 w 144476"/>
                  <a:gd name="connsiteY15" fmla="*/ 118404 h 142244"/>
                  <a:gd name="connsiteX16" fmla="*/ 33908 w 144476"/>
                  <a:gd name="connsiteY16" fmla="*/ 124006 h 142244"/>
                  <a:gd name="connsiteX17" fmla="*/ 33023 w 144476"/>
                  <a:gd name="connsiteY17" fmla="*/ 123290 h 142244"/>
                  <a:gd name="connsiteX18" fmla="*/ 32939 w 144476"/>
                  <a:gd name="connsiteY18" fmla="*/ 123416 h 142244"/>
                  <a:gd name="connsiteX19" fmla="*/ 29443 w 144476"/>
                  <a:gd name="connsiteY19" fmla="*/ 120804 h 142244"/>
                  <a:gd name="connsiteX20" fmla="*/ 29569 w 144476"/>
                  <a:gd name="connsiteY20" fmla="*/ 120594 h 142244"/>
                  <a:gd name="connsiteX21" fmla="*/ 28053 w 144476"/>
                  <a:gd name="connsiteY21" fmla="*/ 119372 h 142244"/>
                  <a:gd name="connsiteX22" fmla="*/ 33992 w 144476"/>
                  <a:gd name="connsiteY22" fmla="*/ 113517 h 142244"/>
                  <a:gd name="connsiteX23" fmla="*/ 71312 w 144476"/>
                  <a:gd name="connsiteY23" fmla="*/ 94815 h 142244"/>
                  <a:gd name="connsiteX24" fmla="*/ 82390 w 144476"/>
                  <a:gd name="connsiteY24" fmla="*/ 96248 h 142244"/>
                  <a:gd name="connsiteX25" fmla="*/ 71438 w 144476"/>
                  <a:gd name="connsiteY25" fmla="*/ 71143 h 142244"/>
                  <a:gd name="connsiteX26" fmla="*/ 84411 w 144476"/>
                  <a:gd name="connsiteY26" fmla="*/ 44059 h 142244"/>
                  <a:gd name="connsiteX27" fmla="*/ 72196 w 144476"/>
                  <a:gd name="connsiteY27" fmla="*/ 6023 h 142244"/>
                  <a:gd name="connsiteX28" fmla="*/ 72365 w 144476"/>
                  <a:gd name="connsiteY28" fmla="*/ 6023 h 142244"/>
                  <a:gd name="connsiteX29" fmla="*/ 116719 w 144476"/>
                  <a:gd name="connsiteY29" fmla="*/ 22914 h 142244"/>
                  <a:gd name="connsiteX30" fmla="*/ 102903 w 144476"/>
                  <a:gd name="connsiteY30" fmla="*/ 36477 h 142244"/>
                  <a:gd name="connsiteX31" fmla="*/ 84454 w 144476"/>
                  <a:gd name="connsiteY31" fmla="*/ 44228 h 142244"/>
                  <a:gd name="connsiteX32" fmla="*/ 85802 w 144476"/>
                  <a:gd name="connsiteY32" fmla="*/ 48355 h 142244"/>
                  <a:gd name="connsiteX33" fmla="*/ 75608 w 144476"/>
                  <a:gd name="connsiteY33" fmla="*/ 71101 h 142244"/>
                  <a:gd name="connsiteX34" fmla="*/ 101934 w 144476"/>
                  <a:gd name="connsiteY34" fmla="*/ 101639 h 142244"/>
                  <a:gd name="connsiteX35" fmla="*/ 103366 w 144476"/>
                  <a:gd name="connsiteY35" fmla="*/ 105809 h 142244"/>
                  <a:gd name="connsiteX36" fmla="*/ 103914 w 144476"/>
                  <a:gd name="connsiteY36" fmla="*/ 105851 h 142244"/>
                  <a:gd name="connsiteX37" fmla="*/ 117140 w 144476"/>
                  <a:gd name="connsiteY37" fmla="*/ 118867 h 142244"/>
                  <a:gd name="connsiteX38" fmla="*/ 113602 w 144476"/>
                  <a:gd name="connsiteY38" fmla="*/ 121857 h 142244"/>
                  <a:gd name="connsiteX39" fmla="*/ 113602 w 144476"/>
                  <a:gd name="connsiteY39" fmla="*/ 121857 h 142244"/>
                  <a:gd name="connsiteX40" fmla="*/ 110064 w 144476"/>
                  <a:gd name="connsiteY40" fmla="*/ 124553 h 142244"/>
                  <a:gd name="connsiteX41" fmla="*/ 110064 w 144476"/>
                  <a:gd name="connsiteY41" fmla="*/ 124469 h 142244"/>
                  <a:gd name="connsiteX42" fmla="*/ 108842 w 144476"/>
                  <a:gd name="connsiteY42" fmla="*/ 125311 h 142244"/>
                  <a:gd name="connsiteX43" fmla="*/ 106946 w 144476"/>
                  <a:gd name="connsiteY43" fmla="*/ 118656 h 142244"/>
                  <a:gd name="connsiteX44" fmla="*/ 72828 w 144476"/>
                  <a:gd name="connsiteY44" fmla="*/ 99112 h 142244"/>
                  <a:gd name="connsiteX45" fmla="*/ 108716 w 144476"/>
                  <a:gd name="connsiteY45" fmla="*/ 125438 h 142244"/>
                  <a:gd name="connsiteX46" fmla="*/ 72281 w 144476"/>
                  <a:gd name="connsiteY46" fmla="*/ 136221 h 142244"/>
                  <a:gd name="connsiteX47" fmla="*/ 34118 w 144476"/>
                  <a:gd name="connsiteY47" fmla="*/ 124216 h 142244"/>
                  <a:gd name="connsiteX48" fmla="*/ 9014 w 144476"/>
                  <a:gd name="connsiteY48" fmla="*/ 137948 h 142244"/>
                  <a:gd name="connsiteX49" fmla="*/ 24978 w 144476"/>
                  <a:gd name="connsiteY49" fmla="*/ 122279 h 142244"/>
                  <a:gd name="connsiteX50" fmla="*/ 54210 w 144476"/>
                  <a:gd name="connsiteY50" fmla="*/ 137948 h 142244"/>
                  <a:gd name="connsiteX51" fmla="*/ 9056 w 144476"/>
                  <a:gd name="connsiteY51" fmla="*/ 137948 h 142244"/>
                  <a:gd name="connsiteX52" fmla="*/ 4296 w 144476"/>
                  <a:gd name="connsiteY52" fmla="*/ 133272 h 142244"/>
                  <a:gd name="connsiteX53" fmla="*/ 4296 w 144476"/>
                  <a:gd name="connsiteY53" fmla="*/ 88876 h 142244"/>
                  <a:gd name="connsiteX54" fmla="*/ 20260 w 144476"/>
                  <a:gd name="connsiteY54" fmla="*/ 117603 h 142244"/>
                  <a:gd name="connsiteX55" fmla="*/ 4296 w 144476"/>
                  <a:gd name="connsiteY55" fmla="*/ 133272 h 142244"/>
                  <a:gd name="connsiteX56" fmla="*/ 4296 w 144476"/>
                  <a:gd name="connsiteY56" fmla="*/ 7919 h 142244"/>
                  <a:gd name="connsiteX57" fmla="*/ 20682 w 144476"/>
                  <a:gd name="connsiteY57" fmla="*/ 24051 h 142244"/>
                  <a:gd name="connsiteX58" fmla="*/ 4296 w 144476"/>
                  <a:gd name="connsiteY58" fmla="*/ 53284 h 142244"/>
                  <a:gd name="connsiteX59" fmla="*/ 4296 w 144476"/>
                  <a:gd name="connsiteY59" fmla="*/ 7919 h 142244"/>
                  <a:gd name="connsiteX60" fmla="*/ 54210 w 144476"/>
                  <a:gd name="connsiteY60" fmla="*/ 4212 h 142244"/>
                  <a:gd name="connsiteX61" fmla="*/ 24473 w 144476"/>
                  <a:gd name="connsiteY61" fmla="*/ 20345 h 142244"/>
                  <a:gd name="connsiteX62" fmla="*/ 8087 w 144476"/>
                  <a:gd name="connsiteY62" fmla="*/ 4212 h 142244"/>
                  <a:gd name="connsiteX63" fmla="*/ 54210 w 144476"/>
                  <a:gd name="connsiteY63" fmla="*/ 4212 h 142244"/>
                  <a:gd name="connsiteX64" fmla="*/ 27463 w 144476"/>
                  <a:gd name="connsiteY64" fmla="*/ 23251 h 142244"/>
                  <a:gd name="connsiteX65" fmla="*/ 71817 w 144476"/>
                  <a:gd name="connsiteY65" fmla="*/ 5939 h 142244"/>
                  <a:gd name="connsiteX66" fmla="*/ 57369 w 144476"/>
                  <a:gd name="connsiteY66" fmla="*/ 50967 h 142244"/>
                  <a:gd name="connsiteX67" fmla="*/ 55642 w 144476"/>
                  <a:gd name="connsiteY67" fmla="*/ 50967 h 142244"/>
                  <a:gd name="connsiteX68" fmla="*/ 27463 w 144476"/>
                  <a:gd name="connsiteY68" fmla="*/ 23251 h 142244"/>
                  <a:gd name="connsiteX69" fmla="*/ 40647 w 144476"/>
                  <a:gd name="connsiteY69" fmla="*/ 73713 h 142244"/>
                  <a:gd name="connsiteX70" fmla="*/ 48229 w 144476"/>
                  <a:gd name="connsiteY70" fmla="*/ 79104 h 142244"/>
                  <a:gd name="connsiteX71" fmla="*/ 43090 w 144476"/>
                  <a:gd name="connsiteY71" fmla="*/ 95110 h 142244"/>
                  <a:gd name="connsiteX72" fmla="*/ 23251 w 144476"/>
                  <a:gd name="connsiteY72" fmla="*/ 114655 h 142244"/>
                  <a:gd name="connsiteX73" fmla="*/ 6234 w 144476"/>
                  <a:gd name="connsiteY73" fmla="*/ 73713 h 142244"/>
                  <a:gd name="connsiteX74" fmla="*/ 40689 w 144476"/>
                  <a:gd name="connsiteY74" fmla="*/ 73713 h 142244"/>
                  <a:gd name="connsiteX75" fmla="*/ 9309 w 144476"/>
                  <a:gd name="connsiteY75" fmla="*/ 51009 h 142244"/>
                  <a:gd name="connsiteX76" fmla="*/ 23672 w 144476"/>
                  <a:gd name="connsiteY76" fmla="*/ 27000 h 142244"/>
                  <a:gd name="connsiteX77" fmla="*/ 48061 w 144476"/>
                  <a:gd name="connsiteY77" fmla="*/ 51009 h 142244"/>
                  <a:gd name="connsiteX78" fmla="*/ 9309 w 144476"/>
                  <a:gd name="connsiteY78" fmla="*/ 51009 h 142244"/>
                  <a:gd name="connsiteX79" fmla="*/ 33318 w 144476"/>
                  <a:gd name="connsiteY79" fmla="*/ 68447 h 142244"/>
                  <a:gd name="connsiteX80" fmla="*/ 6192 w 144476"/>
                  <a:gd name="connsiteY80" fmla="*/ 68447 h 142244"/>
                  <a:gd name="connsiteX81" fmla="*/ 9225 w 144476"/>
                  <a:gd name="connsiteY81" fmla="*/ 51220 h 142244"/>
                  <a:gd name="connsiteX82" fmla="*/ 33318 w 144476"/>
                  <a:gd name="connsiteY82" fmla="*/ 68447 h 142244"/>
                  <a:gd name="connsiteX83" fmla="*/ 112212 w 144476"/>
                  <a:gd name="connsiteY83" fmla="*/ 36477 h 142244"/>
                  <a:gd name="connsiteX84" fmla="*/ 121394 w 144476"/>
                  <a:gd name="connsiteY84" fmla="*/ 27463 h 142244"/>
                  <a:gd name="connsiteX85" fmla="*/ 134410 w 144476"/>
                  <a:gd name="connsiteY85" fmla="*/ 48735 h 142244"/>
                  <a:gd name="connsiteX86" fmla="*/ 112212 w 144476"/>
                  <a:gd name="connsiteY86" fmla="*/ 36435 h 142244"/>
                  <a:gd name="connsiteX87" fmla="*/ 110864 w 144476"/>
                  <a:gd name="connsiteY87" fmla="*/ 68405 h 142244"/>
                  <a:gd name="connsiteX88" fmla="*/ 132430 w 144476"/>
                  <a:gd name="connsiteY88" fmla="*/ 52862 h 142244"/>
                  <a:gd name="connsiteX89" fmla="*/ 138285 w 144476"/>
                  <a:gd name="connsiteY89" fmla="*/ 68405 h 142244"/>
                  <a:gd name="connsiteX90" fmla="*/ 110864 w 144476"/>
                  <a:gd name="connsiteY90" fmla="*/ 68405 h 142244"/>
                  <a:gd name="connsiteX91" fmla="*/ 97469 w 144476"/>
                  <a:gd name="connsiteY91" fmla="*/ 50925 h 142244"/>
                  <a:gd name="connsiteX92" fmla="*/ 108421 w 144476"/>
                  <a:gd name="connsiteY92" fmla="*/ 40184 h 142244"/>
                  <a:gd name="connsiteX93" fmla="*/ 130829 w 144476"/>
                  <a:gd name="connsiteY93" fmla="*/ 50925 h 142244"/>
                  <a:gd name="connsiteX94" fmla="*/ 97469 w 144476"/>
                  <a:gd name="connsiteY94" fmla="*/ 50925 h 142244"/>
                  <a:gd name="connsiteX95" fmla="*/ 87992 w 144476"/>
                  <a:gd name="connsiteY95" fmla="*/ 50925 h 142244"/>
                  <a:gd name="connsiteX96" fmla="*/ 86560 w 144476"/>
                  <a:gd name="connsiteY96" fmla="*/ 50925 h 142244"/>
                  <a:gd name="connsiteX97" fmla="*/ 85717 w 144476"/>
                  <a:gd name="connsiteY97" fmla="*/ 48355 h 142244"/>
                  <a:gd name="connsiteX98" fmla="*/ 97343 w 144476"/>
                  <a:gd name="connsiteY98" fmla="*/ 41700 h 142244"/>
                  <a:gd name="connsiteX99" fmla="*/ 87950 w 144476"/>
                  <a:gd name="connsiteY99" fmla="*/ 50925 h 142244"/>
                  <a:gd name="connsiteX100" fmla="*/ 134368 w 144476"/>
                  <a:gd name="connsiteY100" fmla="*/ 93299 h 142244"/>
                  <a:gd name="connsiteX101" fmla="*/ 120889 w 144476"/>
                  <a:gd name="connsiteY101" fmla="*/ 115076 h 142244"/>
                  <a:gd name="connsiteX102" fmla="*/ 111327 w 144476"/>
                  <a:gd name="connsiteY102" fmla="*/ 105641 h 142244"/>
                  <a:gd name="connsiteX103" fmla="*/ 134368 w 144476"/>
                  <a:gd name="connsiteY103" fmla="*/ 93257 h 142244"/>
                  <a:gd name="connsiteX104" fmla="*/ 107494 w 144476"/>
                  <a:gd name="connsiteY104" fmla="*/ 101892 h 142244"/>
                  <a:gd name="connsiteX105" fmla="*/ 100123 w 144476"/>
                  <a:gd name="connsiteY105" fmla="*/ 94647 h 142244"/>
                  <a:gd name="connsiteX106" fmla="*/ 95742 w 144476"/>
                  <a:gd name="connsiteY106" fmla="*/ 79231 h 142244"/>
                  <a:gd name="connsiteX107" fmla="*/ 103535 w 144476"/>
                  <a:gd name="connsiteY107" fmla="*/ 73628 h 142244"/>
                  <a:gd name="connsiteX108" fmla="*/ 138243 w 144476"/>
                  <a:gd name="connsiteY108" fmla="*/ 73628 h 142244"/>
                  <a:gd name="connsiteX109" fmla="*/ 107494 w 144476"/>
                  <a:gd name="connsiteY109" fmla="*/ 101892 h 142244"/>
                  <a:gd name="connsiteX110" fmla="*/ 135547 w 144476"/>
                  <a:gd name="connsiteY110" fmla="*/ 4128 h 142244"/>
                  <a:gd name="connsiteX111" fmla="*/ 119583 w 144476"/>
                  <a:gd name="connsiteY111" fmla="*/ 19797 h 142244"/>
                  <a:gd name="connsiteX112" fmla="*/ 90351 w 144476"/>
                  <a:gd name="connsiteY112" fmla="*/ 4128 h 142244"/>
                  <a:gd name="connsiteX113" fmla="*/ 135547 w 144476"/>
                  <a:gd name="connsiteY113" fmla="*/ 4128 h 142244"/>
                  <a:gd name="connsiteX114" fmla="*/ 84 w 144476"/>
                  <a:gd name="connsiteY114" fmla="*/ 0 h 142244"/>
                  <a:gd name="connsiteX115" fmla="*/ 84 w 144476"/>
                  <a:gd name="connsiteY115" fmla="*/ 137485 h 142244"/>
                  <a:gd name="connsiteX116" fmla="*/ 0 w 144476"/>
                  <a:gd name="connsiteY116" fmla="*/ 137569 h 142244"/>
                  <a:gd name="connsiteX117" fmla="*/ 84 w 144476"/>
                  <a:gd name="connsiteY117" fmla="*/ 137653 h 142244"/>
                  <a:gd name="connsiteX118" fmla="*/ 84 w 144476"/>
                  <a:gd name="connsiteY118" fmla="*/ 142160 h 142244"/>
                  <a:gd name="connsiteX119" fmla="*/ 4633 w 144476"/>
                  <a:gd name="connsiteY119" fmla="*/ 142160 h 142244"/>
                  <a:gd name="connsiteX120" fmla="*/ 4718 w 144476"/>
                  <a:gd name="connsiteY120" fmla="*/ 142244 h 142244"/>
                  <a:gd name="connsiteX121" fmla="*/ 4802 w 144476"/>
                  <a:gd name="connsiteY121" fmla="*/ 142160 h 142244"/>
                  <a:gd name="connsiteX122" fmla="*/ 144477 w 144476"/>
                  <a:gd name="connsiteY122" fmla="*/ 142160 h 142244"/>
                  <a:gd name="connsiteX123" fmla="*/ 144477 w 144476"/>
                  <a:gd name="connsiteY123" fmla="*/ 168 h 142244"/>
                  <a:gd name="connsiteX124" fmla="*/ 84 w 144476"/>
                  <a:gd name="connsiteY124" fmla="*/ 168 h 14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4476" h="142244">
                    <a:moveTo>
                      <a:pt x="140391" y="53410"/>
                    </a:moveTo>
                    <a:cubicBezTo>
                      <a:pt x="137443" y="42543"/>
                      <a:pt x="131925" y="32728"/>
                      <a:pt x="124427" y="24641"/>
                    </a:cubicBezTo>
                    <a:lnTo>
                      <a:pt x="140391" y="8972"/>
                    </a:lnTo>
                    <a:lnTo>
                      <a:pt x="140391" y="53452"/>
                    </a:lnTo>
                    <a:close/>
                    <a:moveTo>
                      <a:pt x="140391" y="134283"/>
                    </a:moveTo>
                    <a:lnTo>
                      <a:pt x="124006" y="118151"/>
                    </a:lnTo>
                    <a:cubicBezTo>
                      <a:pt x="131714" y="109979"/>
                      <a:pt x="137400" y="99996"/>
                      <a:pt x="140391" y="88876"/>
                    </a:cubicBezTo>
                    <a:lnTo>
                      <a:pt x="140391" y="134283"/>
                    </a:lnTo>
                    <a:close/>
                    <a:moveTo>
                      <a:pt x="90477" y="137990"/>
                    </a:moveTo>
                    <a:cubicBezTo>
                      <a:pt x="101766" y="135042"/>
                      <a:pt x="111875" y="129439"/>
                      <a:pt x="120215" y="121857"/>
                    </a:cubicBezTo>
                    <a:lnTo>
                      <a:pt x="136600" y="137990"/>
                    </a:lnTo>
                    <a:lnTo>
                      <a:pt x="90477" y="137990"/>
                    </a:lnTo>
                    <a:close/>
                    <a:moveTo>
                      <a:pt x="34203" y="124258"/>
                    </a:moveTo>
                    <a:lnTo>
                      <a:pt x="72617" y="99112"/>
                    </a:lnTo>
                    <a:cubicBezTo>
                      <a:pt x="72154" y="99112"/>
                      <a:pt x="71775" y="99028"/>
                      <a:pt x="71312" y="99028"/>
                    </a:cubicBezTo>
                    <a:cubicBezTo>
                      <a:pt x="56316" y="99028"/>
                      <a:pt x="43175" y="106778"/>
                      <a:pt x="35719" y="118404"/>
                    </a:cubicBezTo>
                    <a:lnTo>
                      <a:pt x="33908" y="124006"/>
                    </a:lnTo>
                    <a:cubicBezTo>
                      <a:pt x="33613" y="123795"/>
                      <a:pt x="33318" y="123542"/>
                      <a:pt x="33023" y="123290"/>
                    </a:cubicBezTo>
                    <a:cubicBezTo>
                      <a:pt x="33023" y="123332"/>
                      <a:pt x="32981" y="123374"/>
                      <a:pt x="32939" y="123416"/>
                    </a:cubicBezTo>
                    <a:lnTo>
                      <a:pt x="29443" y="120804"/>
                    </a:lnTo>
                    <a:cubicBezTo>
                      <a:pt x="29443" y="120804"/>
                      <a:pt x="29527" y="120636"/>
                      <a:pt x="29569" y="120594"/>
                    </a:cubicBezTo>
                    <a:cubicBezTo>
                      <a:pt x="29064" y="120173"/>
                      <a:pt x="28516" y="119794"/>
                      <a:pt x="28053" y="119372"/>
                    </a:cubicBezTo>
                    <a:lnTo>
                      <a:pt x="33992" y="113517"/>
                    </a:lnTo>
                    <a:cubicBezTo>
                      <a:pt x="42416" y="102229"/>
                      <a:pt x="55937" y="94815"/>
                      <a:pt x="71312" y="94815"/>
                    </a:cubicBezTo>
                    <a:cubicBezTo>
                      <a:pt x="75145" y="94815"/>
                      <a:pt x="78851" y="95405"/>
                      <a:pt x="82390" y="96248"/>
                    </a:cubicBezTo>
                    <a:cubicBezTo>
                      <a:pt x="75692" y="89887"/>
                      <a:pt x="71438" y="81042"/>
                      <a:pt x="71438" y="71143"/>
                    </a:cubicBezTo>
                    <a:cubicBezTo>
                      <a:pt x="71438" y="60234"/>
                      <a:pt x="76493" y="50504"/>
                      <a:pt x="84411" y="44059"/>
                    </a:cubicBezTo>
                    <a:lnTo>
                      <a:pt x="72196" y="6023"/>
                    </a:lnTo>
                    <a:cubicBezTo>
                      <a:pt x="72196" y="6023"/>
                      <a:pt x="72281" y="6023"/>
                      <a:pt x="72365" y="6023"/>
                    </a:cubicBezTo>
                    <a:cubicBezTo>
                      <a:pt x="89424" y="6023"/>
                      <a:pt x="104967" y="12468"/>
                      <a:pt x="116719" y="22914"/>
                    </a:cubicBezTo>
                    <a:lnTo>
                      <a:pt x="102903" y="36477"/>
                    </a:lnTo>
                    <a:cubicBezTo>
                      <a:pt x="95911" y="37278"/>
                      <a:pt x="89592" y="40058"/>
                      <a:pt x="84454" y="44228"/>
                    </a:cubicBezTo>
                    <a:lnTo>
                      <a:pt x="85802" y="48355"/>
                    </a:lnTo>
                    <a:cubicBezTo>
                      <a:pt x="79567" y="54000"/>
                      <a:pt x="75608" y="62129"/>
                      <a:pt x="75608" y="71101"/>
                    </a:cubicBezTo>
                    <a:cubicBezTo>
                      <a:pt x="75608" y="86433"/>
                      <a:pt x="87023" y="99238"/>
                      <a:pt x="101934" y="101639"/>
                    </a:cubicBezTo>
                    <a:lnTo>
                      <a:pt x="103366" y="105809"/>
                    </a:lnTo>
                    <a:cubicBezTo>
                      <a:pt x="103366" y="105809"/>
                      <a:pt x="103745" y="105809"/>
                      <a:pt x="103914" y="105851"/>
                    </a:cubicBezTo>
                    <a:lnTo>
                      <a:pt x="117140" y="118867"/>
                    </a:lnTo>
                    <a:cubicBezTo>
                      <a:pt x="116003" y="119920"/>
                      <a:pt x="114823" y="120889"/>
                      <a:pt x="113602" y="121857"/>
                    </a:cubicBezTo>
                    <a:lnTo>
                      <a:pt x="113602" y="121857"/>
                    </a:lnTo>
                    <a:lnTo>
                      <a:pt x="110064" y="124553"/>
                    </a:lnTo>
                    <a:lnTo>
                      <a:pt x="110064" y="124469"/>
                    </a:lnTo>
                    <a:cubicBezTo>
                      <a:pt x="109600" y="124764"/>
                      <a:pt x="109263" y="125059"/>
                      <a:pt x="108842" y="125311"/>
                    </a:cubicBezTo>
                    <a:lnTo>
                      <a:pt x="106946" y="118656"/>
                    </a:lnTo>
                    <a:cubicBezTo>
                      <a:pt x="99786" y="107283"/>
                      <a:pt x="87234" y="99659"/>
                      <a:pt x="72828" y="99112"/>
                    </a:cubicBezTo>
                    <a:lnTo>
                      <a:pt x="108716" y="125438"/>
                    </a:lnTo>
                    <a:cubicBezTo>
                      <a:pt x="98269" y="132219"/>
                      <a:pt x="85759" y="136221"/>
                      <a:pt x="72281" y="136221"/>
                    </a:cubicBezTo>
                    <a:cubicBezTo>
                      <a:pt x="58043" y="136221"/>
                      <a:pt x="44902" y="131756"/>
                      <a:pt x="34118" y="124216"/>
                    </a:cubicBezTo>
                    <a:moveTo>
                      <a:pt x="9014" y="137948"/>
                    </a:moveTo>
                    <a:lnTo>
                      <a:pt x="24978" y="122279"/>
                    </a:lnTo>
                    <a:cubicBezTo>
                      <a:pt x="33192" y="129608"/>
                      <a:pt x="43132" y="135084"/>
                      <a:pt x="54210" y="137948"/>
                    </a:cubicBezTo>
                    <a:lnTo>
                      <a:pt x="9056" y="137948"/>
                    </a:lnTo>
                    <a:close/>
                    <a:moveTo>
                      <a:pt x="4296" y="133272"/>
                    </a:moveTo>
                    <a:lnTo>
                      <a:pt x="4296" y="88876"/>
                    </a:lnTo>
                    <a:cubicBezTo>
                      <a:pt x="7245" y="99744"/>
                      <a:pt x="12763" y="109558"/>
                      <a:pt x="20260" y="117603"/>
                    </a:cubicBezTo>
                    <a:lnTo>
                      <a:pt x="4296" y="133272"/>
                    </a:lnTo>
                    <a:close/>
                    <a:moveTo>
                      <a:pt x="4296" y="7919"/>
                    </a:moveTo>
                    <a:lnTo>
                      <a:pt x="20682" y="24051"/>
                    </a:lnTo>
                    <a:cubicBezTo>
                      <a:pt x="12973" y="32223"/>
                      <a:pt x="7287" y="42206"/>
                      <a:pt x="4296" y="53284"/>
                    </a:cubicBezTo>
                    <a:lnTo>
                      <a:pt x="4296" y="7919"/>
                    </a:lnTo>
                    <a:close/>
                    <a:moveTo>
                      <a:pt x="54210" y="4212"/>
                    </a:moveTo>
                    <a:cubicBezTo>
                      <a:pt x="42922" y="7161"/>
                      <a:pt x="32771" y="12763"/>
                      <a:pt x="24473" y="20345"/>
                    </a:cubicBezTo>
                    <a:lnTo>
                      <a:pt x="8087" y="4212"/>
                    </a:lnTo>
                    <a:lnTo>
                      <a:pt x="54210" y="4212"/>
                    </a:lnTo>
                    <a:close/>
                    <a:moveTo>
                      <a:pt x="27463" y="23251"/>
                    </a:moveTo>
                    <a:cubicBezTo>
                      <a:pt x="39173" y="12636"/>
                      <a:pt x="54716" y="6065"/>
                      <a:pt x="71817" y="5939"/>
                    </a:cubicBezTo>
                    <a:lnTo>
                      <a:pt x="57369" y="50967"/>
                    </a:lnTo>
                    <a:lnTo>
                      <a:pt x="55642" y="50967"/>
                    </a:lnTo>
                    <a:lnTo>
                      <a:pt x="27463" y="23251"/>
                    </a:lnTo>
                    <a:close/>
                    <a:moveTo>
                      <a:pt x="40647" y="73713"/>
                    </a:moveTo>
                    <a:lnTo>
                      <a:pt x="48229" y="79104"/>
                    </a:lnTo>
                    <a:lnTo>
                      <a:pt x="43090" y="95110"/>
                    </a:lnTo>
                    <a:lnTo>
                      <a:pt x="23251" y="114655"/>
                    </a:lnTo>
                    <a:cubicBezTo>
                      <a:pt x="13184" y="103703"/>
                      <a:pt x="6866" y="89424"/>
                      <a:pt x="6234" y="73713"/>
                    </a:cubicBezTo>
                    <a:lnTo>
                      <a:pt x="40689" y="73713"/>
                    </a:lnTo>
                    <a:close/>
                    <a:moveTo>
                      <a:pt x="9309" y="51009"/>
                    </a:moveTo>
                    <a:cubicBezTo>
                      <a:pt x="12299" y="41995"/>
                      <a:pt x="17270" y="33824"/>
                      <a:pt x="23672" y="27000"/>
                    </a:cubicBezTo>
                    <a:lnTo>
                      <a:pt x="48061" y="51009"/>
                    </a:lnTo>
                    <a:lnTo>
                      <a:pt x="9309" y="51009"/>
                    </a:lnTo>
                    <a:close/>
                    <a:moveTo>
                      <a:pt x="33318" y="68447"/>
                    </a:moveTo>
                    <a:lnTo>
                      <a:pt x="6192" y="68447"/>
                    </a:lnTo>
                    <a:cubicBezTo>
                      <a:pt x="6445" y="62466"/>
                      <a:pt x="7455" y="56696"/>
                      <a:pt x="9225" y="51220"/>
                    </a:cubicBezTo>
                    <a:lnTo>
                      <a:pt x="33318" y="68447"/>
                    </a:lnTo>
                    <a:close/>
                    <a:moveTo>
                      <a:pt x="112212" y="36477"/>
                    </a:moveTo>
                    <a:lnTo>
                      <a:pt x="121394" y="27463"/>
                    </a:lnTo>
                    <a:cubicBezTo>
                      <a:pt x="127039" y="33613"/>
                      <a:pt x="131461" y="40816"/>
                      <a:pt x="134410" y="48735"/>
                    </a:cubicBezTo>
                    <a:cubicBezTo>
                      <a:pt x="128892" y="42206"/>
                      <a:pt x="121141" y="37741"/>
                      <a:pt x="112212" y="36435"/>
                    </a:cubicBezTo>
                    <a:moveTo>
                      <a:pt x="110864" y="68405"/>
                    </a:moveTo>
                    <a:lnTo>
                      <a:pt x="132430" y="52862"/>
                    </a:lnTo>
                    <a:cubicBezTo>
                      <a:pt x="135716" y="57285"/>
                      <a:pt x="137779" y="62635"/>
                      <a:pt x="138285" y="68405"/>
                    </a:cubicBezTo>
                    <a:lnTo>
                      <a:pt x="110864" y="68405"/>
                    </a:lnTo>
                    <a:close/>
                    <a:moveTo>
                      <a:pt x="97469" y="50925"/>
                    </a:moveTo>
                    <a:lnTo>
                      <a:pt x="108421" y="40184"/>
                    </a:lnTo>
                    <a:cubicBezTo>
                      <a:pt x="117393" y="40563"/>
                      <a:pt x="125354" y="44649"/>
                      <a:pt x="130829" y="50925"/>
                    </a:cubicBezTo>
                    <a:lnTo>
                      <a:pt x="97469" y="50925"/>
                    </a:lnTo>
                    <a:close/>
                    <a:moveTo>
                      <a:pt x="87992" y="50925"/>
                    </a:moveTo>
                    <a:lnTo>
                      <a:pt x="86560" y="50925"/>
                    </a:lnTo>
                    <a:lnTo>
                      <a:pt x="85717" y="48355"/>
                    </a:lnTo>
                    <a:cubicBezTo>
                      <a:pt x="89045" y="45365"/>
                      <a:pt x="93004" y="43090"/>
                      <a:pt x="97343" y="41700"/>
                    </a:cubicBezTo>
                    <a:lnTo>
                      <a:pt x="87950" y="50925"/>
                    </a:lnTo>
                    <a:close/>
                    <a:moveTo>
                      <a:pt x="134368" y="93299"/>
                    </a:moveTo>
                    <a:cubicBezTo>
                      <a:pt x="131335" y="101429"/>
                      <a:pt x="126786" y="108842"/>
                      <a:pt x="120889" y="115076"/>
                    </a:cubicBezTo>
                    <a:lnTo>
                      <a:pt x="111327" y="105641"/>
                    </a:lnTo>
                    <a:cubicBezTo>
                      <a:pt x="120594" y="104546"/>
                      <a:pt x="128723" y="99996"/>
                      <a:pt x="134368" y="93257"/>
                    </a:cubicBezTo>
                    <a:moveTo>
                      <a:pt x="107494" y="101892"/>
                    </a:moveTo>
                    <a:lnTo>
                      <a:pt x="100123" y="94647"/>
                    </a:lnTo>
                    <a:lnTo>
                      <a:pt x="95742" y="79231"/>
                    </a:lnTo>
                    <a:lnTo>
                      <a:pt x="103535" y="73628"/>
                    </a:lnTo>
                    <a:lnTo>
                      <a:pt x="138243" y="73628"/>
                    </a:lnTo>
                    <a:cubicBezTo>
                      <a:pt x="136895" y="89298"/>
                      <a:pt x="123711" y="101639"/>
                      <a:pt x="107494" y="101892"/>
                    </a:cubicBezTo>
                    <a:moveTo>
                      <a:pt x="135547" y="4128"/>
                    </a:moveTo>
                    <a:lnTo>
                      <a:pt x="119583" y="19797"/>
                    </a:lnTo>
                    <a:cubicBezTo>
                      <a:pt x="111369" y="12468"/>
                      <a:pt x="101386" y="6992"/>
                      <a:pt x="90351" y="4128"/>
                    </a:cubicBezTo>
                    <a:lnTo>
                      <a:pt x="135547" y="4128"/>
                    </a:lnTo>
                    <a:close/>
                    <a:moveTo>
                      <a:pt x="84" y="0"/>
                    </a:moveTo>
                    <a:lnTo>
                      <a:pt x="84" y="137485"/>
                    </a:lnTo>
                    <a:lnTo>
                      <a:pt x="0" y="137569"/>
                    </a:lnTo>
                    <a:lnTo>
                      <a:pt x="84" y="137653"/>
                    </a:lnTo>
                    <a:lnTo>
                      <a:pt x="84" y="142160"/>
                    </a:lnTo>
                    <a:lnTo>
                      <a:pt x="4633" y="142160"/>
                    </a:lnTo>
                    <a:lnTo>
                      <a:pt x="4718" y="142244"/>
                    </a:lnTo>
                    <a:lnTo>
                      <a:pt x="4802" y="142160"/>
                    </a:lnTo>
                    <a:lnTo>
                      <a:pt x="144477" y="142160"/>
                    </a:lnTo>
                    <a:lnTo>
                      <a:pt x="144477" y="168"/>
                    </a:lnTo>
                    <a:lnTo>
                      <a:pt x="84" y="168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4FA5B646-A912-D266-3B44-51959856773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540364" y="5659411"/>
                <a:ext cx="2990" cy="2780"/>
              </a:xfrm>
              <a:custGeom>
                <a:avLst/>
                <a:gdLst>
                  <a:gd name="connsiteX0" fmla="*/ 2359 w 2990"/>
                  <a:gd name="connsiteY0" fmla="*/ 463 h 2780"/>
                  <a:gd name="connsiteX1" fmla="*/ 0 w 2990"/>
                  <a:gd name="connsiteY1" fmla="*/ 0 h 2780"/>
                  <a:gd name="connsiteX2" fmla="*/ 2991 w 2990"/>
                  <a:gd name="connsiteY2" fmla="*/ 2780 h 2780"/>
                  <a:gd name="connsiteX3" fmla="*/ 2317 w 2990"/>
                  <a:gd name="connsiteY3" fmla="*/ 463 h 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0" h="2780">
                    <a:moveTo>
                      <a:pt x="2359" y="463"/>
                    </a:moveTo>
                    <a:cubicBezTo>
                      <a:pt x="1558" y="379"/>
                      <a:pt x="800" y="126"/>
                      <a:pt x="0" y="0"/>
                    </a:cubicBezTo>
                    <a:cubicBezTo>
                      <a:pt x="1053" y="885"/>
                      <a:pt x="2022" y="1811"/>
                      <a:pt x="2991" y="2780"/>
                    </a:cubicBezTo>
                    <a:lnTo>
                      <a:pt x="2317" y="463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7FE85D4E-52A3-5218-995A-DDA887053E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439272" y="5412312"/>
                <a:ext cx="144476" cy="142244"/>
              </a:xfrm>
              <a:custGeom>
                <a:avLst/>
                <a:gdLst>
                  <a:gd name="connsiteX0" fmla="*/ 140391 w 144476"/>
                  <a:gd name="connsiteY0" fmla="*/ 53410 h 142244"/>
                  <a:gd name="connsiteX1" fmla="*/ 124427 w 144476"/>
                  <a:gd name="connsiteY1" fmla="*/ 24641 h 142244"/>
                  <a:gd name="connsiteX2" fmla="*/ 140391 w 144476"/>
                  <a:gd name="connsiteY2" fmla="*/ 8972 h 142244"/>
                  <a:gd name="connsiteX3" fmla="*/ 140391 w 144476"/>
                  <a:gd name="connsiteY3" fmla="*/ 53452 h 142244"/>
                  <a:gd name="connsiteX4" fmla="*/ 140391 w 144476"/>
                  <a:gd name="connsiteY4" fmla="*/ 134283 h 142244"/>
                  <a:gd name="connsiteX5" fmla="*/ 124006 w 144476"/>
                  <a:gd name="connsiteY5" fmla="*/ 118151 h 142244"/>
                  <a:gd name="connsiteX6" fmla="*/ 140391 w 144476"/>
                  <a:gd name="connsiteY6" fmla="*/ 88876 h 142244"/>
                  <a:gd name="connsiteX7" fmla="*/ 140391 w 144476"/>
                  <a:gd name="connsiteY7" fmla="*/ 134283 h 142244"/>
                  <a:gd name="connsiteX8" fmla="*/ 90477 w 144476"/>
                  <a:gd name="connsiteY8" fmla="*/ 137990 h 142244"/>
                  <a:gd name="connsiteX9" fmla="*/ 120215 w 144476"/>
                  <a:gd name="connsiteY9" fmla="*/ 121857 h 142244"/>
                  <a:gd name="connsiteX10" fmla="*/ 136600 w 144476"/>
                  <a:gd name="connsiteY10" fmla="*/ 137990 h 142244"/>
                  <a:gd name="connsiteX11" fmla="*/ 90477 w 144476"/>
                  <a:gd name="connsiteY11" fmla="*/ 137990 h 142244"/>
                  <a:gd name="connsiteX12" fmla="*/ 34203 w 144476"/>
                  <a:gd name="connsiteY12" fmla="*/ 124258 h 142244"/>
                  <a:gd name="connsiteX13" fmla="*/ 72617 w 144476"/>
                  <a:gd name="connsiteY13" fmla="*/ 99112 h 142244"/>
                  <a:gd name="connsiteX14" fmla="*/ 71312 w 144476"/>
                  <a:gd name="connsiteY14" fmla="*/ 99028 h 142244"/>
                  <a:gd name="connsiteX15" fmla="*/ 35719 w 144476"/>
                  <a:gd name="connsiteY15" fmla="*/ 118404 h 142244"/>
                  <a:gd name="connsiteX16" fmla="*/ 33908 w 144476"/>
                  <a:gd name="connsiteY16" fmla="*/ 124006 h 142244"/>
                  <a:gd name="connsiteX17" fmla="*/ 33023 w 144476"/>
                  <a:gd name="connsiteY17" fmla="*/ 123290 h 142244"/>
                  <a:gd name="connsiteX18" fmla="*/ 32939 w 144476"/>
                  <a:gd name="connsiteY18" fmla="*/ 123416 h 142244"/>
                  <a:gd name="connsiteX19" fmla="*/ 29443 w 144476"/>
                  <a:gd name="connsiteY19" fmla="*/ 120804 h 142244"/>
                  <a:gd name="connsiteX20" fmla="*/ 29569 w 144476"/>
                  <a:gd name="connsiteY20" fmla="*/ 120594 h 142244"/>
                  <a:gd name="connsiteX21" fmla="*/ 28053 w 144476"/>
                  <a:gd name="connsiteY21" fmla="*/ 119372 h 142244"/>
                  <a:gd name="connsiteX22" fmla="*/ 33992 w 144476"/>
                  <a:gd name="connsiteY22" fmla="*/ 113517 h 142244"/>
                  <a:gd name="connsiteX23" fmla="*/ 71312 w 144476"/>
                  <a:gd name="connsiteY23" fmla="*/ 94815 h 142244"/>
                  <a:gd name="connsiteX24" fmla="*/ 82390 w 144476"/>
                  <a:gd name="connsiteY24" fmla="*/ 96248 h 142244"/>
                  <a:gd name="connsiteX25" fmla="*/ 71438 w 144476"/>
                  <a:gd name="connsiteY25" fmla="*/ 71143 h 142244"/>
                  <a:gd name="connsiteX26" fmla="*/ 84411 w 144476"/>
                  <a:gd name="connsiteY26" fmla="*/ 44059 h 142244"/>
                  <a:gd name="connsiteX27" fmla="*/ 72196 w 144476"/>
                  <a:gd name="connsiteY27" fmla="*/ 6023 h 142244"/>
                  <a:gd name="connsiteX28" fmla="*/ 72365 w 144476"/>
                  <a:gd name="connsiteY28" fmla="*/ 6023 h 142244"/>
                  <a:gd name="connsiteX29" fmla="*/ 116719 w 144476"/>
                  <a:gd name="connsiteY29" fmla="*/ 22914 h 142244"/>
                  <a:gd name="connsiteX30" fmla="*/ 102903 w 144476"/>
                  <a:gd name="connsiteY30" fmla="*/ 36477 h 142244"/>
                  <a:gd name="connsiteX31" fmla="*/ 84454 w 144476"/>
                  <a:gd name="connsiteY31" fmla="*/ 44228 h 142244"/>
                  <a:gd name="connsiteX32" fmla="*/ 85802 w 144476"/>
                  <a:gd name="connsiteY32" fmla="*/ 48355 h 142244"/>
                  <a:gd name="connsiteX33" fmla="*/ 75608 w 144476"/>
                  <a:gd name="connsiteY33" fmla="*/ 71101 h 142244"/>
                  <a:gd name="connsiteX34" fmla="*/ 101934 w 144476"/>
                  <a:gd name="connsiteY34" fmla="*/ 101639 h 142244"/>
                  <a:gd name="connsiteX35" fmla="*/ 103366 w 144476"/>
                  <a:gd name="connsiteY35" fmla="*/ 105809 h 142244"/>
                  <a:gd name="connsiteX36" fmla="*/ 103914 w 144476"/>
                  <a:gd name="connsiteY36" fmla="*/ 105851 h 142244"/>
                  <a:gd name="connsiteX37" fmla="*/ 117140 w 144476"/>
                  <a:gd name="connsiteY37" fmla="*/ 118867 h 142244"/>
                  <a:gd name="connsiteX38" fmla="*/ 113602 w 144476"/>
                  <a:gd name="connsiteY38" fmla="*/ 121857 h 142244"/>
                  <a:gd name="connsiteX39" fmla="*/ 113602 w 144476"/>
                  <a:gd name="connsiteY39" fmla="*/ 121857 h 142244"/>
                  <a:gd name="connsiteX40" fmla="*/ 110064 w 144476"/>
                  <a:gd name="connsiteY40" fmla="*/ 124553 h 142244"/>
                  <a:gd name="connsiteX41" fmla="*/ 110064 w 144476"/>
                  <a:gd name="connsiteY41" fmla="*/ 124469 h 142244"/>
                  <a:gd name="connsiteX42" fmla="*/ 108842 w 144476"/>
                  <a:gd name="connsiteY42" fmla="*/ 125311 h 142244"/>
                  <a:gd name="connsiteX43" fmla="*/ 106946 w 144476"/>
                  <a:gd name="connsiteY43" fmla="*/ 118656 h 142244"/>
                  <a:gd name="connsiteX44" fmla="*/ 72828 w 144476"/>
                  <a:gd name="connsiteY44" fmla="*/ 99112 h 142244"/>
                  <a:gd name="connsiteX45" fmla="*/ 108716 w 144476"/>
                  <a:gd name="connsiteY45" fmla="*/ 125438 h 142244"/>
                  <a:gd name="connsiteX46" fmla="*/ 72281 w 144476"/>
                  <a:gd name="connsiteY46" fmla="*/ 136221 h 142244"/>
                  <a:gd name="connsiteX47" fmla="*/ 34118 w 144476"/>
                  <a:gd name="connsiteY47" fmla="*/ 124216 h 142244"/>
                  <a:gd name="connsiteX48" fmla="*/ 9014 w 144476"/>
                  <a:gd name="connsiteY48" fmla="*/ 137948 h 142244"/>
                  <a:gd name="connsiteX49" fmla="*/ 24978 w 144476"/>
                  <a:gd name="connsiteY49" fmla="*/ 122279 h 142244"/>
                  <a:gd name="connsiteX50" fmla="*/ 54210 w 144476"/>
                  <a:gd name="connsiteY50" fmla="*/ 137948 h 142244"/>
                  <a:gd name="connsiteX51" fmla="*/ 9056 w 144476"/>
                  <a:gd name="connsiteY51" fmla="*/ 137948 h 142244"/>
                  <a:gd name="connsiteX52" fmla="*/ 4296 w 144476"/>
                  <a:gd name="connsiteY52" fmla="*/ 133272 h 142244"/>
                  <a:gd name="connsiteX53" fmla="*/ 4296 w 144476"/>
                  <a:gd name="connsiteY53" fmla="*/ 88876 h 142244"/>
                  <a:gd name="connsiteX54" fmla="*/ 20260 w 144476"/>
                  <a:gd name="connsiteY54" fmla="*/ 117603 h 142244"/>
                  <a:gd name="connsiteX55" fmla="*/ 4296 w 144476"/>
                  <a:gd name="connsiteY55" fmla="*/ 133272 h 142244"/>
                  <a:gd name="connsiteX56" fmla="*/ 4296 w 144476"/>
                  <a:gd name="connsiteY56" fmla="*/ 7919 h 142244"/>
                  <a:gd name="connsiteX57" fmla="*/ 20682 w 144476"/>
                  <a:gd name="connsiteY57" fmla="*/ 24051 h 142244"/>
                  <a:gd name="connsiteX58" fmla="*/ 4296 w 144476"/>
                  <a:gd name="connsiteY58" fmla="*/ 53284 h 142244"/>
                  <a:gd name="connsiteX59" fmla="*/ 4296 w 144476"/>
                  <a:gd name="connsiteY59" fmla="*/ 7919 h 142244"/>
                  <a:gd name="connsiteX60" fmla="*/ 54210 w 144476"/>
                  <a:gd name="connsiteY60" fmla="*/ 4212 h 142244"/>
                  <a:gd name="connsiteX61" fmla="*/ 24473 w 144476"/>
                  <a:gd name="connsiteY61" fmla="*/ 20345 h 142244"/>
                  <a:gd name="connsiteX62" fmla="*/ 8087 w 144476"/>
                  <a:gd name="connsiteY62" fmla="*/ 4212 h 142244"/>
                  <a:gd name="connsiteX63" fmla="*/ 54210 w 144476"/>
                  <a:gd name="connsiteY63" fmla="*/ 4212 h 142244"/>
                  <a:gd name="connsiteX64" fmla="*/ 27463 w 144476"/>
                  <a:gd name="connsiteY64" fmla="*/ 23251 h 142244"/>
                  <a:gd name="connsiteX65" fmla="*/ 71817 w 144476"/>
                  <a:gd name="connsiteY65" fmla="*/ 5939 h 142244"/>
                  <a:gd name="connsiteX66" fmla="*/ 57369 w 144476"/>
                  <a:gd name="connsiteY66" fmla="*/ 50967 h 142244"/>
                  <a:gd name="connsiteX67" fmla="*/ 55642 w 144476"/>
                  <a:gd name="connsiteY67" fmla="*/ 50967 h 142244"/>
                  <a:gd name="connsiteX68" fmla="*/ 27463 w 144476"/>
                  <a:gd name="connsiteY68" fmla="*/ 23251 h 142244"/>
                  <a:gd name="connsiteX69" fmla="*/ 40647 w 144476"/>
                  <a:gd name="connsiteY69" fmla="*/ 73713 h 142244"/>
                  <a:gd name="connsiteX70" fmla="*/ 48229 w 144476"/>
                  <a:gd name="connsiteY70" fmla="*/ 79104 h 142244"/>
                  <a:gd name="connsiteX71" fmla="*/ 43090 w 144476"/>
                  <a:gd name="connsiteY71" fmla="*/ 95110 h 142244"/>
                  <a:gd name="connsiteX72" fmla="*/ 23251 w 144476"/>
                  <a:gd name="connsiteY72" fmla="*/ 114655 h 142244"/>
                  <a:gd name="connsiteX73" fmla="*/ 6234 w 144476"/>
                  <a:gd name="connsiteY73" fmla="*/ 73713 h 142244"/>
                  <a:gd name="connsiteX74" fmla="*/ 40689 w 144476"/>
                  <a:gd name="connsiteY74" fmla="*/ 73713 h 142244"/>
                  <a:gd name="connsiteX75" fmla="*/ 9309 w 144476"/>
                  <a:gd name="connsiteY75" fmla="*/ 51009 h 142244"/>
                  <a:gd name="connsiteX76" fmla="*/ 23672 w 144476"/>
                  <a:gd name="connsiteY76" fmla="*/ 27000 h 142244"/>
                  <a:gd name="connsiteX77" fmla="*/ 48061 w 144476"/>
                  <a:gd name="connsiteY77" fmla="*/ 51009 h 142244"/>
                  <a:gd name="connsiteX78" fmla="*/ 9309 w 144476"/>
                  <a:gd name="connsiteY78" fmla="*/ 51009 h 142244"/>
                  <a:gd name="connsiteX79" fmla="*/ 33318 w 144476"/>
                  <a:gd name="connsiteY79" fmla="*/ 68447 h 142244"/>
                  <a:gd name="connsiteX80" fmla="*/ 6192 w 144476"/>
                  <a:gd name="connsiteY80" fmla="*/ 68447 h 142244"/>
                  <a:gd name="connsiteX81" fmla="*/ 9225 w 144476"/>
                  <a:gd name="connsiteY81" fmla="*/ 51220 h 142244"/>
                  <a:gd name="connsiteX82" fmla="*/ 33318 w 144476"/>
                  <a:gd name="connsiteY82" fmla="*/ 68447 h 142244"/>
                  <a:gd name="connsiteX83" fmla="*/ 112212 w 144476"/>
                  <a:gd name="connsiteY83" fmla="*/ 36477 h 142244"/>
                  <a:gd name="connsiteX84" fmla="*/ 121394 w 144476"/>
                  <a:gd name="connsiteY84" fmla="*/ 27463 h 142244"/>
                  <a:gd name="connsiteX85" fmla="*/ 134410 w 144476"/>
                  <a:gd name="connsiteY85" fmla="*/ 48735 h 142244"/>
                  <a:gd name="connsiteX86" fmla="*/ 112212 w 144476"/>
                  <a:gd name="connsiteY86" fmla="*/ 36435 h 142244"/>
                  <a:gd name="connsiteX87" fmla="*/ 110864 w 144476"/>
                  <a:gd name="connsiteY87" fmla="*/ 68405 h 142244"/>
                  <a:gd name="connsiteX88" fmla="*/ 132430 w 144476"/>
                  <a:gd name="connsiteY88" fmla="*/ 52862 h 142244"/>
                  <a:gd name="connsiteX89" fmla="*/ 138285 w 144476"/>
                  <a:gd name="connsiteY89" fmla="*/ 68405 h 142244"/>
                  <a:gd name="connsiteX90" fmla="*/ 110864 w 144476"/>
                  <a:gd name="connsiteY90" fmla="*/ 68405 h 142244"/>
                  <a:gd name="connsiteX91" fmla="*/ 97469 w 144476"/>
                  <a:gd name="connsiteY91" fmla="*/ 50925 h 142244"/>
                  <a:gd name="connsiteX92" fmla="*/ 108421 w 144476"/>
                  <a:gd name="connsiteY92" fmla="*/ 40184 h 142244"/>
                  <a:gd name="connsiteX93" fmla="*/ 130829 w 144476"/>
                  <a:gd name="connsiteY93" fmla="*/ 50925 h 142244"/>
                  <a:gd name="connsiteX94" fmla="*/ 97469 w 144476"/>
                  <a:gd name="connsiteY94" fmla="*/ 50925 h 142244"/>
                  <a:gd name="connsiteX95" fmla="*/ 87992 w 144476"/>
                  <a:gd name="connsiteY95" fmla="*/ 50925 h 142244"/>
                  <a:gd name="connsiteX96" fmla="*/ 86560 w 144476"/>
                  <a:gd name="connsiteY96" fmla="*/ 50925 h 142244"/>
                  <a:gd name="connsiteX97" fmla="*/ 85717 w 144476"/>
                  <a:gd name="connsiteY97" fmla="*/ 48355 h 142244"/>
                  <a:gd name="connsiteX98" fmla="*/ 97343 w 144476"/>
                  <a:gd name="connsiteY98" fmla="*/ 41700 h 142244"/>
                  <a:gd name="connsiteX99" fmla="*/ 87950 w 144476"/>
                  <a:gd name="connsiteY99" fmla="*/ 50925 h 142244"/>
                  <a:gd name="connsiteX100" fmla="*/ 134368 w 144476"/>
                  <a:gd name="connsiteY100" fmla="*/ 93299 h 142244"/>
                  <a:gd name="connsiteX101" fmla="*/ 120889 w 144476"/>
                  <a:gd name="connsiteY101" fmla="*/ 115076 h 142244"/>
                  <a:gd name="connsiteX102" fmla="*/ 111327 w 144476"/>
                  <a:gd name="connsiteY102" fmla="*/ 105641 h 142244"/>
                  <a:gd name="connsiteX103" fmla="*/ 134368 w 144476"/>
                  <a:gd name="connsiteY103" fmla="*/ 93257 h 142244"/>
                  <a:gd name="connsiteX104" fmla="*/ 107494 w 144476"/>
                  <a:gd name="connsiteY104" fmla="*/ 101892 h 142244"/>
                  <a:gd name="connsiteX105" fmla="*/ 100123 w 144476"/>
                  <a:gd name="connsiteY105" fmla="*/ 94647 h 142244"/>
                  <a:gd name="connsiteX106" fmla="*/ 95742 w 144476"/>
                  <a:gd name="connsiteY106" fmla="*/ 79231 h 142244"/>
                  <a:gd name="connsiteX107" fmla="*/ 103535 w 144476"/>
                  <a:gd name="connsiteY107" fmla="*/ 73628 h 142244"/>
                  <a:gd name="connsiteX108" fmla="*/ 138243 w 144476"/>
                  <a:gd name="connsiteY108" fmla="*/ 73628 h 142244"/>
                  <a:gd name="connsiteX109" fmla="*/ 107494 w 144476"/>
                  <a:gd name="connsiteY109" fmla="*/ 101892 h 142244"/>
                  <a:gd name="connsiteX110" fmla="*/ 135547 w 144476"/>
                  <a:gd name="connsiteY110" fmla="*/ 4128 h 142244"/>
                  <a:gd name="connsiteX111" fmla="*/ 119583 w 144476"/>
                  <a:gd name="connsiteY111" fmla="*/ 19797 h 142244"/>
                  <a:gd name="connsiteX112" fmla="*/ 90351 w 144476"/>
                  <a:gd name="connsiteY112" fmla="*/ 4128 h 142244"/>
                  <a:gd name="connsiteX113" fmla="*/ 135547 w 144476"/>
                  <a:gd name="connsiteY113" fmla="*/ 4128 h 142244"/>
                  <a:gd name="connsiteX114" fmla="*/ 84 w 144476"/>
                  <a:gd name="connsiteY114" fmla="*/ 0 h 142244"/>
                  <a:gd name="connsiteX115" fmla="*/ 84 w 144476"/>
                  <a:gd name="connsiteY115" fmla="*/ 137485 h 142244"/>
                  <a:gd name="connsiteX116" fmla="*/ 0 w 144476"/>
                  <a:gd name="connsiteY116" fmla="*/ 137569 h 142244"/>
                  <a:gd name="connsiteX117" fmla="*/ 84 w 144476"/>
                  <a:gd name="connsiteY117" fmla="*/ 137653 h 142244"/>
                  <a:gd name="connsiteX118" fmla="*/ 84 w 144476"/>
                  <a:gd name="connsiteY118" fmla="*/ 142160 h 142244"/>
                  <a:gd name="connsiteX119" fmla="*/ 4633 w 144476"/>
                  <a:gd name="connsiteY119" fmla="*/ 142160 h 142244"/>
                  <a:gd name="connsiteX120" fmla="*/ 4718 w 144476"/>
                  <a:gd name="connsiteY120" fmla="*/ 142244 h 142244"/>
                  <a:gd name="connsiteX121" fmla="*/ 4802 w 144476"/>
                  <a:gd name="connsiteY121" fmla="*/ 142160 h 142244"/>
                  <a:gd name="connsiteX122" fmla="*/ 144477 w 144476"/>
                  <a:gd name="connsiteY122" fmla="*/ 142160 h 142244"/>
                  <a:gd name="connsiteX123" fmla="*/ 144477 w 144476"/>
                  <a:gd name="connsiteY123" fmla="*/ 168 h 142244"/>
                  <a:gd name="connsiteX124" fmla="*/ 84 w 144476"/>
                  <a:gd name="connsiteY124" fmla="*/ 168 h 14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44476" h="142244">
                    <a:moveTo>
                      <a:pt x="140391" y="53410"/>
                    </a:moveTo>
                    <a:cubicBezTo>
                      <a:pt x="137443" y="42543"/>
                      <a:pt x="131925" y="32728"/>
                      <a:pt x="124427" y="24641"/>
                    </a:cubicBezTo>
                    <a:lnTo>
                      <a:pt x="140391" y="8972"/>
                    </a:lnTo>
                    <a:lnTo>
                      <a:pt x="140391" y="53452"/>
                    </a:lnTo>
                    <a:close/>
                    <a:moveTo>
                      <a:pt x="140391" y="134283"/>
                    </a:moveTo>
                    <a:lnTo>
                      <a:pt x="124006" y="118151"/>
                    </a:lnTo>
                    <a:cubicBezTo>
                      <a:pt x="131714" y="109979"/>
                      <a:pt x="137400" y="99996"/>
                      <a:pt x="140391" y="88876"/>
                    </a:cubicBezTo>
                    <a:lnTo>
                      <a:pt x="140391" y="134283"/>
                    </a:lnTo>
                    <a:close/>
                    <a:moveTo>
                      <a:pt x="90477" y="137990"/>
                    </a:moveTo>
                    <a:cubicBezTo>
                      <a:pt x="101766" y="135042"/>
                      <a:pt x="111875" y="129439"/>
                      <a:pt x="120215" y="121857"/>
                    </a:cubicBezTo>
                    <a:lnTo>
                      <a:pt x="136600" y="137990"/>
                    </a:lnTo>
                    <a:lnTo>
                      <a:pt x="90477" y="137990"/>
                    </a:lnTo>
                    <a:close/>
                    <a:moveTo>
                      <a:pt x="34203" y="124258"/>
                    </a:moveTo>
                    <a:lnTo>
                      <a:pt x="72617" y="99112"/>
                    </a:lnTo>
                    <a:cubicBezTo>
                      <a:pt x="72154" y="99112"/>
                      <a:pt x="71775" y="99028"/>
                      <a:pt x="71312" y="99028"/>
                    </a:cubicBezTo>
                    <a:cubicBezTo>
                      <a:pt x="56316" y="99028"/>
                      <a:pt x="43175" y="106778"/>
                      <a:pt x="35719" y="118404"/>
                    </a:cubicBezTo>
                    <a:lnTo>
                      <a:pt x="33908" y="124006"/>
                    </a:lnTo>
                    <a:cubicBezTo>
                      <a:pt x="33613" y="123795"/>
                      <a:pt x="33318" y="123542"/>
                      <a:pt x="33023" y="123290"/>
                    </a:cubicBezTo>
                    <a:cubicBezTo>
                      <a:pt x="33023" y="123332"/>
                      <a:pt x="32981" y="123374"/>
                      <a:pt x="32939" y="123416"/>
                    </a:cubicBezTo>
                    <a:lnTo>
                      <a:pt x="29443" y="120804"/>
                    </a:lnTo>
                    <a:cubicBezTo>
                      <a:pt x="29443" y="120804"/>
                      <a:pt x="29527" y="120636"/>
                      <a:pt x="29569" y="120594"/>
                    </a:cubicBezTo>
                    <a:cubicBezTo>
                      <a:pt x="29064" y="120173"/>
                      <a:pt x="28516" y="119794"/>
                      <a:pt x="28053" y="119372"/>
                    </a:cubicBezTo>
                    <a:lnTo>
                      <a:pt x="33992" y="113517"/>
                    </a:lnTo>
                    <a:cubicBezTo>
                      <a:pt x="42416" y="102229"/>
                      <a:pt x="55937" y="94815"/>
                      <a:pt x="71312" y="94815"/>
                    </a:cubicBezTo>
                    <a:cubicBezTo>
                      <a:pt x="75145" y="94815"/>
                      <a:pt x="78851" y="95405"/>
                      <a:pt x="82390" y="96248"/>
                    </a:cubicBezTo>
                    <a:cubicBezTo>
                      <a:pt x="75692" y="89887"/>
                      <a:pt x="71438" y="81042"/>
                      <a:pt x="71438" y="71143"/>
                    </a:cubicBezTo>
                    <a:cubicBezTo>
                      <a:pt x="71438" y="60234"/>
                      <a:pt x="76493" y="50504"/>
                      <a:pt x="84411" y="44059"/>
                    </a:cubicBezTo>
                    <a:lnTo>
                      <a:pt x="72196" y="6023"/>
                    </a:lnTo>
                    <a:cubicBezTo>
                      <a:pt x="72196" y="6023"/>
                      <a:pt x="72281" y="6023"/>
                      <a:pt x="72365" y="6023"/>
                    </a:cubicBezTo>
                    <a:cubicBezTo>
                      <a:pt x="89424" y="6023"/>
                      <a:pt x="104967" y="12468"/>
                      <a:pt x="116719" y="22914"/>
                    </a:cubicBezTo>
                    <a:lnTo>
                      <a:pt x="102903" y="36477"/>
                    </a:lnTo>
                    <a:cubicBezTo>
                      <a:pt x="95911" y="37278"/>
                      <a:pt x="89592" y="40058"/>
                      <a:pt x="84454" y="44228"/>
                    </a:cubicBezTo>
                    <a:lnTo>
                      <a:pt x="85802" y="48355"/>
                    </a:lnTo>
                    <a:cubicBezTo>
                      <a:pt x="79567" y="54000"/>
                      <a:pt x="75608" y="62129"/>
                      <a:pt x="75608" y="71101"/>
                    </a:cubicBezTo>
                    <a:cubicBezTo>
                      <a:pt x="75608" y="86433"/>
                      <a:pt x="87023" y="99238"/>
                      <a:pt x="101934" y="101639"/>
                    </a:cubicBezTo>
                    <a:lnTo>
                      <a:pt x="103366" y="105809"/>
                    </a:lnTo>
                    <a:cubicBezTo>
                      <a:pt x="103366" y="105809"/>
                      <a:pt x="103745" y="105809"/>
                      <a:pt x="103914" y="105851"/>
                    </a:cubicBezTo>
                    <a:lnTo>
                      <a:pt x="117140" y="118867"/>
                    </a:lnTo>
                    <a:cubicBezTo>
                      <a:pt x="116003" y="119920"/>
                      <a:pt x="114823" y="120889"/>
                      <a:pt x="113602" y="121857"/>
                    </a:cubicBezTo>
                    <a:lnTo>
                      <a:pt x="113602" y="121857"/>
                    </a:lnTo>
                    <a:lnTo>
                      <a:pt x="110064" y="124553"/>
                    </a:lnTo>
                    <a:lnTo>
                      <a:pt x="110064" y="124469"/>
                    </a:lnTo>
                    <a:cubicBezTo>
                      <a:pt x="109600" y="124764"/>
                      <a:pt x="109263" y="125059"/>
                      <a:pt x="108842" y="125311"/>
                    </a:cubicBezTo>
                    <a:lnTo>
                      <a:pt x="106946" y="118656"/>
                    </a:lnTo>
                    <a:cubicBezTo>
                      <a:pt x="99786" y="107283"/>
                      <a:pt x="87234" y="99659"/>
                      <a:pt x="72828" y="99112"/>
                    </a:cubicBezTo>
                    <a:lnTo>
                      <a:pt x="108716" y="125438"/>
                    </a:lnTo>
                    <a:cubicBezTo>
                      <a:pt x="98269" y="132219"/>
                      <a:pt x="85759" y="136221"/>
                      <a:pt x="72281" y="136221"/>
                    </a:cubicBezTo>
                    <a:cubicBezTo>
                      <a:pt x="58043" y="136221"/>
                      <a:pt x="44902" y="131756"/>
                      <a:pt x="34118" y="124216"/>
                    </a:cubicBezTo>
                    <a:moveTo>
                      <a:pt x="9014" y="137948"/>
                    </a:moveTo>
                    <a:lnTo>
                      <a:pt x="24978" y="122279"/>
                    </a:lnTo>
                    <a:cubicBezTo>
                      <a:pt x="33192" y="129608"/>
                      <a:pt x="43132" y="135084"/>
                      <a:pt x="54210" y="137948"/>
                    </a:cubicBezTo>
                    <a:lnTo>
                      <a:pt x="9056" y="137948"/>
                    </a:lnTo>
                    <a:close/>
                    <a:moveTo>
                      <a:pt x="4296" y="133272"/>
                    </a:moveTo>
                    <a:lnTo>
                      <a:pt x="4296" y="88876"/>
                    </a:lnTo>
                    <a:cubicBezTo>
                      <a:pt x="7245" y="99744"/>
                      <a:pt x="12763" y="109558"/>
                      <a:pt x="20260" y="117603"/>
                    </a:cubicBezTo>
                    <a:lnTo>
                      <a:pt x="4296" y="133272"/>
                    </a:lnTo>
                    <a:close/>
                    <a:moveTo>
                      <a:pt x="4296" y="7919"/>
                    </a:moveTo>
                    <a:lnTo>
                      <a:pt x="20682" y="24051"/>
                    </a:lnTo>
                    <a:cubicBezTo>
                      <a:pt x="12973" y="32223"/>
                      <a:pt x="7287" y="42206"/>
                      <a:pt x="4296" y="53284"/>
                    </a:cubicBezTo>
                    <a:lnTo>
                      <a:pt x="4296" y="7919"/>
                    </a:lnTo>
                    <a:close/>
                    <a:moveTo>
                      <a:pt x="54210" y="4212"/>
                    </a:moveTo>
                    <a:cubicBezTo>
                      <a:pt x="42922" y="7161"/>
                      <a:pt x="32771" y="12763"/>
                      <a:pt x="24473" y="20345"/>
                    </a:cubicBezTo>
                    <a:lnTo>
                      <a:pt x="8087" y="4212"/>
                    </a:lnTo>
                    <a:lnTo>
                      <a:pt x="54210" y="4212"/>
                    </a:lnTo>
                    <a:close/>
                    <a:moveTo>
                      <a:pt x="27463" y="23251"/>
                    </a:moveTo>
                    <a:cubicBezTo>
                      <a:pt x="39173" y="12636"/>
                      <a:pt x="54716" y="6065"/>
                      <a:pt x="71817" y="5939"/>
                    </a:cubicBezTo>
                    <a:lnTo>
                      <a:pt x="57369" y="50967"/>
                    </a:lnTo>
                    <a:lnTo>
                      <a:pt x="55642" y="50967"/>
                    </a:lnTo>
                    <a:lnTo>
                      <a:pt x="27463" y="23251"/>
                    </a:lnTo>
                    <a:close/>
                    <a:moveTo>
                      <a:pt x="40647" y="73713"/>
                    </a:moveTo>
                    <a:lnTo>
                      <a:pt x="48229" y="79104"/>
                    </a:lnTo>
                    <a:lnTo>
                      <a:pt x="43090" y="95110"/>
                    </a:lnTo>
                    <a:lnTo>
                      <a:pt x="23251" y="114655"/>
                    </a:lnTo>
                    <a:cubicBezTo>
                      <a:pt x="13184" y="103703"/>
                      <a:pt x="6866" y="89424"/>
                      <a:pt x="6234" y="73713"/>
                    </a:cubicBezTo>
                    <a:lnTo>
                      <a:pt x="40689" y="73713"/>
                    </a:lnTo>
                    <a:close/>
                    <a:moveTo>
                      <a:pt x="9309" y="51009"/>
                    </a:moveTo>
                    <a:cubicBezTo>
                      <a:pt x="12299" y="41995"/>
                      <a:pt x="17270" y="33824"/>
                      <a:pt x="23672" y="27000"/>
                    </a:cubicBezTo>
                    <a:lnTo>
                      <a:pt x="48061" y="51009"/>
                    </a:lnTo>
                    <a:lnTo>
                      <a:pt x="9309" y="51009"/>
                    </a:lnTo>
                    <a:close/>
                    <a:moveTo>
                      <a:pt x="33318" y="68447"/>
                    </a:moveTo>
                    <a:lnTo>
                      <a:pt x="6192" y="68447"/>
                    </a:lnTo>
                    <a:cubicBezTo>
                      <a:pt x="6445" y="62466"/>
                      <a:pt x="7455" y="56696"/>
                      <a:pt x="9225" y="51220"/>
                    </a:cubicBezTo>
                    <a:lnTo>
                      <a:pt x="33318" y="68447"/>
                    </a:lnTo>
                    <a:close/>
                    <a:moveTo>
                      <a:pt x="112212" y="36477"/>
                    </a:moveTo>
                    <a:lnTo>
                      <a:pt x="121394" y="27463"/>
                    </a:lnTo>
                    <a:cubicBezTo>
                      <a:pt x="127039" y="33613"/>
                      <a:pt x="131461" y="40816"/>
                      <a:pt x="134410" y="48735"/>
                    </a:cubicBezTo>
                    <a:cubicBezTo>
                      <a:pt x="128892" y="42206"/>
                      <a:pt x="121141" y="37741"/>
                      <a:pt x="112212" y="36435"/>
                    </a:cubicBezTo>
                    <a:moveTo>
                      <a:pt x="110864" y="68405"/>
                    </a:moveTo>
                    <a:lnTo>
                      <a:pt x="132430" y="52862"/>
                    </a:lnTo>
                    <a:cubicBezTo>
                      <a:pt x="135716" y="57285"/>
                      <a:pt x="137779" y="62635"/>
                      <a:pt x="138285" y="68405"/>
                    </a:cubicBezTo>
                    <a:lnTo>
                      <a:pt x="110864" y="68405"/>
                    </a:lnTo>
                    <a:close/>
                    <a:moveTo>
                      <a:pt x="97469" y="50925"/>
                    </a:moveTo>
                    <a:lnTo>
                      <a:pt x="108421" y="40184"/>
                    </a:lnTo>
                    <a:cubicBezTo>
                      <a:pt x="117393" y="40563"/>
                      <a:pt x="125354" y="44649"/>
                      <a:pt x="130829" y="50925"/>
                    </a:cubicBezTo>
                    <a:lnTo>
                      <a:pt x="97469" y="50925"/>
                    </a:lnTo>
                    <a:close/>
                    <a:moveTo>
                      <a:pt x="87992" y="50925"/>
                    </a:moveTo>
                    <a:lnTo>
                      <a:pt x="86560" y="50925"/>
                    </a:lnTo>
                    <a:lnTo>
                      <a:pt x="85717" y="48355"/>
                    </a:lnTo>
                    <a:cubicBezTo>
                      <a:pt x="89045" y="45365"/>
                      <a:pt x="93004" y="43090"/>
                      <a:pt x="97343" y="41700"/>
                    </a:cubicBezTo>
                    <a:lnTo>
                      <a:pt x="87950" y="50925"/>
                    </a:lnTo>
                    <a:close/>
                    <a:moveTo>
                      <a:pt x="134368" y="93299"/>
                    </a:moveTo>
                    <a:cubicBezTo>
                      <a:pt x="131335" y="101429"/>
                      <a:pt x="126786" y="108842"/>
                      <a:pt x="120889" y="115076"/>
                    </a:cubicBezTo>
                    <a:lnTo>
                      <a:pt x="111327" y="105641"/>
                    </a:lnTo>
                    <a:cubicBezTo>
                      <a:pt x="120594" y="104546"/>
                      <a:pt x="128723" y="99996"/>
                      <a:pt x="134368" y="93257"/>
                    </a:cubicBezTo>
                    <a:moveTo>
                      <a:pt x="107494" y="101892"/>
                    </a:moveTo>
                    <a:lnTo>
                      <a:pt x="100123" y="94647"/>
                    </a:lnTo>
                    <a:lnTo>
                      <a:pt x="95742" y="79231"/>
                    </a:lnTo>
                    <a:lnTo>
                      <a:pt x="103535" y="73628"/>
                    </a:lnTo>
                    <a:lnTo>
                      <a:pt x="138243" y="73628"/>
                    </a:lnTo>
                    <a:cubicBezTo>
                      <a:pt x="136895" y="89298"/>
                      <a:pt x="123711" y="101639"/>
                      <a:pt x="107494" y="101892"/>
                    </a:cubicBezTo>
                    <a:moveTo>
                      <a:pt x="135547" y="4128"/>
                    </a:moveTo>
                    <a:lnTo>
                      <a:pt x="119583" y="19797"/>
                    </a:lnTo>
                    <a:cubicBezTo>
                      <a:pt x="111369" y="12468"/>
                      <a:pt x="101386" y="6992"/>
                      <a:pt x="90351" y="4128"/>
                    </a:cubicBezTo>
                    <a:lnTo>
                      <a:pt x="135547" y="4128"/>
                    </a:lnTo>
                    <a:close/>
                    <a:moveTo>
                      <a:pt x="84" y="0"/>
                    </a:moveTo>
                    <a:lnTo>
                      <a:pt x="84" y="137485"/>
                    </a:lnTo>
                    <a:lnTo>
                      <a:pt x="0" y="137569"/>
                    </a:lnTo>
                    <a:lnTo>
                      <a:pt x="84" y="137653"/>
                    </a:lnTo>
                    <a:lnTo>
                      <a:pt x="84" y="142160"/>
                    </a:lnTo>
                    <a:lnTo>
                      <a:pt x="4633" y="142160"/>
                    </a:lnTo>
                    <a:lnTo>
                      <a:pt x="4718" y="142244"/>
                    </a:lnTo>
                    <a:lnTo>
                      <a:pt x="4802" y="142160"/>
                    </a:lnTo>
                    <a:lnTo>
                      <a:pt x="144477" y="142160"/>
                    </a:lnTo>
                    <a:lnTo>
                      <a:pt x="144477" y="168"/>
                    </a:lnTo>
                    <a:lnTo>
                      <a:pt x="84" y="168"/>
                    </a:lnTo>
                    <a:close/>
                  </a:path>
                </a:pathLst>
              </a:custGeom>
              <a:grpFill/>
              <a:ln w="41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9DBB7BC3-61E9-4169-8D68-D5D6DE016F3C}"/>
              </a:ext>
            </a:extLst>
          </p:cNvPr>
          <p:cNvSpPr txBox="1"/>
          <p:nvPr userDrawn="1"/>
        </p:nvSpPr>
        <p:spPr>
          <a:xfrm>
            <a:off x="11427916" y="6214618"/>
            <a:ext cx="4910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2872190-1A77-49F6-BF32-500CC20CB6C1}" type="slidenum">
              <a:rPr lang="fr-FR" sz="1100" b="1" smtClean="0">
                <a:solidFill>
                  <a:schemeClr val="accent1"/>
                </a:solidFill>
                <a:latin typeface="+mj-lt"/>
              </a:rPr>
              <a:pPr algn="ctr"/>
              <a:t>‹N°›</a:t>
            </a:fld>
            <a:endParaRPr lang="fr-FR" sz="11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1D9CE3F8-2845-1189-69DD-C6B7B504F3C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273050" y="5965529"/>
            <a:ext cx="2622193" cy="71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4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7" r:id="rId3"/>
    <p:sldLayoutId id="2147483683" r:id="rId4"/>
    <p:sldLayoutId id="2147483684" r:id="rId5"/>
    <p:sldLayoutId id="2147483669" r:id="rId6"/>
    <p:sldLayoutId id="2147483649" r:id="rId7"/>
    <p:sldLayoutId id="2147483685" r:id="rId8"/>
    <p:sldLayoutId id="2147483686" r:id="rId9"/>
    <p:sldLayoutId id="2147483671" r:id="rId10"/>
    <p:sldLayoutId id="2147483675" r:id="rId11"/>
    <p:sldLayoutId id="2147483676" r:id="rId12"/>
    <p:sldLayoutId id="2147483677" r:id="rId13"/>
  </p:sldLayoutIdLst>
  <p:txStyles>
    <p:titleStyle>
      <a:lvl1pPr algn="l" defTabSz="914400" rtl="0" eaLnBrk="1" latinLnBrk="0" hangingPunct="1">
        <a:lnSpc>
          <a:spcPct val="87000"/>
        </a:lnSpc>
        <a:spcBef>
          <a:spcPct val="0"/>
        </a:spcBef>
        <a:buNone/>
        <a:defRPr sz="3000" kern="1200" cap="all" spc="100" baseline="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​"/>
        <a:defRPr sz="1200" b="0" kern="1200" cap="none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36525" indent="-136525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36525" indent="-136525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Font typeface="Calibri" panose="020F0502020204030204" pitchFamily="34" charset="0"/>
        <a:buChar char="+"/>
        <a:defRPr sz="11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266700" indent="-130175" algn="l" defTabSz="914400" rtl="0" eaLnBrk="1" latinLnBrk="0" hangingPunct="1">
        <a:lnSpc>
          <a:spcPct val="120000"/>
        </a:lnSpc>
        <a:spcBef>
          <a:spcPts val="300"/>
        </a:spcBef>
        <a:buFont typeface="Calibri" panose="020F0502020204030204" pitchFamily="34" charset="0"/>
        <a:buChar char="-"/>
        <a:defRPr sz="105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120000"/>
        </a:lnSpc>
        <a:spcBef>
          <a:spcPts val="1200"/>
        </a:spcBef>
        <a:buFontTx/>
        <a:buNone/>
        <a:defRPr sz="1200" i="0" kern="1200" cap="all" spc="200" baseline="0">
          <a:ln w="6350">
            <a:solidFill>
              <a:schemeClr val="accent1"/>
            </a:solidFill>
          </a:ln>
          <a:noFill/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9" userDrawn="1">
          <p15:clr>
            <a:srgbClr val="F26B43"/>
          </p15:clr>
        </p15:guide>
        <p15:guide id="2" pos="438" userDrawn="1">
          <p15:clr>
            <a:srgbClr val="9FCC3B"/>
          </p15:clr>
        </p15:guide>
        <p15:guide id="3" orient="horz" pos="4100" userDrawn="1">
          <p15:clr>
            <a:srgbClr val="F26B43"/>
          </p15:clr>
        </p15:guide>
        <p15:guide id="4" pos="7460" userDrawn="1">
          <p15:clr>
            <a:srgbClr val="F26B43"/>
          </p15:clr>
        </p15:guide>
        <p15:guide id="5" pos="220" userDrawn="1">
          <p15:clr>
            <a:srgbClr val="F26B43"/>
          </p15:clr>
        </p15:guide>
        <p15:guide id="7" pos="7242" userDrawn="1">
          <p15:clr>
            <a:srgbClr val="9FCC3B"/>
          </p15:clr>
        </p15:guide>
        <p15:guide id="11" orient="horz" pos="799" userDrawn="1">
          <p15:clr>
            <a:srgbClr val="9FCC3B"/>
          </p15:clr>
        </p15:guide>
        <p15:guide id="12" orient="horz" pos="3884" userDrawn="1">
          <p15:clr>
            <a:srgbClr val="9FCC3B"/>
          </p15:clr>
        </p15:guide>
        <p15:guide id="23" orient="horz" pos="437" userDrawn="1">
          <p15:clr>
            <a:srgbClr val="9FCC3B"/>
          </p15:clr>
        </p15:guide>
        <p15:guide id="24" orient="horz" pos="3664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4DA8F1B6-1AF5-4C8F-B2A1-9871F03D4956}"/>
              </a:ext>
            </a:extLst>
          </p:cNvPr>
          <p:cNvSpPr txBox="1">
            <a:spLocks/>
          </p:cNvSpPr>
          <p:nvPr/>
        </p:nvSpPr>
        <p:spPr>
          <a:xfrm>
            <a:off x="2316032" y="2527671"/>
            <a:ext cx="11099800" cy="3915384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​"/>
              <a:defRPr sz="1200" b="0" kern="1200" cap="none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136525" indent="-136525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36525" indent="-136525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Font typeface="Calibri" panose="020F0502020204030204" pitchFamily="34" charset="0"/>
              <a:buChar char="+"/>
              <a:defRPr sz="11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266700" indent="-1301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buFont typeface="Calibri" panose="020F0502020204030204" pitchFamily="34" charset="0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Tx/>
              <a:buNone/>
              <a:defRPr sz="1200" i="0" kern="1200" cap="all" spc="200" baseline="0">
                <a:ln w="6350">
                  <a:solidFill>
                    <a:schemeClr val="accent1"/>
                  </a:solidFill>
                </a:ln>
                <a:noFill/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endParaRPr lang="en-US" sz="180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8A8E82A4-101C-71E7-534F-2F3F864A2F85}"/>
              </a:ext>
            </a:extLst>
          </p:cNvPr>
          <p:cNvGrpSpPr/>
          <p:nvPr/>
        </p:nvGrpSpPr>
        <p:grpSpPr>
          <a:xfrm>
            <a:off x="1643482" y="950917"/>
            <a:ext cx="5125453" cy="2130752"/>
            <a:chOff x="1643482" y="950917"/>
            <a:chExt cx="5125453" cy="2130752"/>
          </a:xfrm>
        </p:grpSpPr>
        <p:pic>
          <p:nvPicPr>
            <p:cNvPr id="2" name="Image 1" descr="Une image contenant Graphique, noir, art, conception&#10;&#10;Description générée automatiquement">
              <a:extLst>
                <a:ext uri="{FF2B5EF4-FFF2-40B4-BE49-F238E27FC236}">
                  <a16:creationId xmlns:a16="http://schemas.microsoft.com/office/drawing/2014/main" id="{3928EC32-C69E-EDD9-AE10-146FE78C0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>
                    <a:alpha val="0"/>
                  </a:srgbClr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405111" y="950917"/>
              <a:ext cx="2846396" cy="1579675"/>
            </a:xfrm>
            <a:prstGeom prst="rect">
              <a:avLst/>
            </a:prstGeom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5589E8A1-C758-687E-2BF0-EEC56C8117B3}"/>
                </a:ext>
              </a:extLst>
            </p:cNvPr>
            <p:cNvSpPr txBox="1"/>
            <p:nvPr/>
          </p:nvSpPr>
          <p:spPr>
            <a:xfrm>
              <a:off x="1643482" y="1973673"/>
              <a:ext cx="512545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400" dirty="0">
                  <a:solidFill>
                    <a:schemeClr val="accent1"/>
                  </a:solidFill>
                </a:rPr>
                <a:t>MARAPENDI</a:t>
              </a:r>
            </a:p>
            <a:p>
              <a:r>
                <a:rPr lang="fr-F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Modeling </a:t>
              </a:r>
              <a:r>
                <a:rPr lang="fr-FR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frAmewoRk</a:t>
              </a:r>
              <a:r>
                <a:rPr lang="fr-F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for Anion and Proton </a:t>
              </a:r>
              <a:r>
                <a:rPr lang="fr-FR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ExchaNge</a:t>
              </a:r>
              <a:r>
                <a:rPr lang="fr-F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fr-FR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DevIces</a:t>
              </a:r>
              <a:endParaRPr lang="fr-FR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71E7F45-D127-3229-C660-70FE9CE7BF69}"/>
              </a:ext>
            </a:extLst>
          </p:cNvPr>
          <p:cNvGrpSpPr/>
          <p:nvPr/>
        </p:nvGrpSpPr>
        <p:grpSpPr>
          <a:xfrm>
            <a:off x="1643482" y="3324003"/>
            <a:ext cx="5125453" cy="2130752"/>
            <a:chOff x="1643482" y="3324003"/>
            <a:chExt cx="5125453" cy="2130752"/>
          </a:xfrm>
        </p:grpSpPr>
        <p:pic>
          <p:nvPicPr>
            <p:cNvPr id="10" name="Image 9" descr="Une image contenant Graphique, noir, art, conception&#10;&#10;Description générée automatiquement">
              <a:extLst>
                <a:ext uri="{FF2B5EF4-FFF2-40B4-BE49-F238E27FC236}">
                  <a16:creationId xmlns:a16="http://schemas.microsoft.com/office/drawing/2014/main" id="{C0435453-23F6-51FA-0765-7A014667D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>
                    <a:alpha val="0"/>
                  </a:srgbClr>
                </a:clrFrom>
                <a:clrTo>
                  <a:srgbClr val="FFFFFF">
                    <a:alpha val="0"/>
                  </a:srgbClr>
                </a:clrTo>
              </a:clrChange>
              <a:grayscl/>
            </a:blip>
            <a:stretch>
              <a:fillRect/>
            </a:stretch>
          </p:blipFill>
          <p:spPr>
            <a:xfrm>
              <a:off x="3405111" y="3324003"/>
              <a:ext cx="2846396" cy="1579675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06A65A6-52C7-28C7-6BBF-C885CE5990F8}"/>
                </a:ext>
              </a:extLst>
            </p:cNvPr>
            <p:cNvSpPr txBox="1"/>
            <p:nvPr/>
          </p:nvSpPr>
          <p:spPr>
            <a:xfrm>
              <a:off x="1643482" y="4346759"/>
              <a:ext cx="512545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400" dirty="0"/>
                <a:t>MARAPENDI</a:t>
              </a:r>
            </a:p>
            <a:p>
              <a:r>
                <a:rPr lang="fr-FR" sz="1200" dirty="0"/>
                <a:t>Modeling </a:t>
              </a:r>
              <a:r>
                <a:rPr lang="fr-FR" sz="1200" dirty="0" err="1"/>
                <a:t>frAmewoRk</a:t>
              </a:r>
              <a:r>
                <a:rPr lang="fr-FR" sz="1200" dirty="0"/>
                <a:t> for Anion and Proton </a:t>
              </a:r>
              <a:r>
                <a:rPr lang="fr-FR" sz="1200" dirty="0" err="1"/>
                <a:t>ExchaNge</a:t>
              </a:r>
              <a:r>
                <a:rPr lang="fr-FR" sz="1200" dirty="0"/>
                <a:t> </a:t>
              </a:r>
              <a:r>
                <a:rPr lang="fr-FR" sz="1200" dirty="0" err="1"/>
                <a:t>DevIces</a:t>
              </a:r>
              <a:endParaRPr lang="fr-F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1944288"/>
      </p:ext>
    </p:extLst>
  </p:cSld>
  <p:clrMapOvr>
    <a:masterClrMapping/>
  </p:clrMapOvr>
</p:sld>
</file>

<file path=ppt/theme/theme1.xml><?xml version="1.0" encoding="utf-8"?>
<a:theme xmlns:a="http://schemas.openxmlformats.org/drawingml/2006/main" name="MASQUE MINES PARIS">
  <a:themeElements>
    <a:clrScheme name="Personnalisé 59">
      <a:dk1>
        <a:sysClr val="windowText" lastClr="000000"/>
      </a:dk1>
      <a:lt1>
        <a:sysClr val="window" lastClr="FFFFFF"/>
      </a:lt1>
      <a:dk2>
        <a:srgbClr val="9D9D9D"/>
      </a:dk2>
      <a:lt2>
        <a:srgbClr val="D8D8D8"/>
      </a:lt2>
      <a:accent1>
        <a:srgbClr val="005E9E"/>
      </a:accent1>
      <a:accent2>
        <a:srgbClr val="F8B740"/>
      </a:accent2>
      <a:accent3>
        <a:srgbClr val="2BA9FF"/>
      </a:accent3>
      <a:accent4>
        <a:srgbClr val="72C5FE"/>
      </a:accent4>
      <a:accent5>
        <a:srgbClr val="B8E2FF"/>
      </a:accent5>
      <a:accent6>
        <a:srgbClr val="004676"/>
      </a:accent6>
      <a:hlink>
        <a:srgbClr val="005E9E"/>
      </a:hlink>
      <a:folHlink>
        <a:srgbClr val="9D9D9D"/>
      </a:folHlink>
    </a:clrScheme>
    <a:fontScheme name="Personnalisé 56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1" id="{4E1B293D-2DC2-AC46-9429-FE9707549024}" vid="{90B8AF68-6B3F-BB4B-85D8-5B0803D41A0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AF11D00-7C2B-4F2B-991E-3FB7E7F1550E}">
  <we:reference id="wa200000729" version="3.8.294.0" store="fr-FR" storeType="OMEX"/>
  <we:alternateReferences>
    <we:reference id="wa200000729" version="3.8.294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563B39C54C074FBBC8C5B9717A6676" ma:contentTypeVersion="11" ma:contentTypeDescription="Crée un document." ma:contentTypeScope="" ma:versionID="c3d1ac2113c3c3efb011cc28634ee9df">
  <xsd:schema xmlns:xsd="http://www.w3.org/2001/XMLSchema" xmlns:xs="http://www.w3.org/2001/XMLSchema" xmlns:p="http://schemas.microsoft.com/office/2006/metadata/properties" xmlns:ns2="87e0f75a-d854-4cf8-bff0-9941ba8e3887" targetNamespace="http://schemas.microsoft.com/office/2006/metadata/properties" ma:root="true" ma:fieldsID="4977431eff0fb9eaafed2a9141dd7b2f" ns2:_="">
    <xsd:import namespace="87e0f75a-d854-4cf8-bff0-9941ba8e38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e0f75a-d854-4cf8-bff0-9941ba8e38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9D60FF-1509-4611-B391-D084278779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DE287B-6C7F-45F1-A910-BE038CE4E2A2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87e0f75a-d854-4cf8-bff0-9941ba8e3887"/>
  </ds:schemaRefs>
</ds:datastoreItem>
</file>

<file path=customXml/itemProps3.xml><?xml version="1.0" encoding="utf-8"?>
<ds:datastoreItem xmlns:ds="http://schemas.openxmlformats.org/officeDocument/2006/customXml" ds:itemID="{F65BB901-FE94-49B4-A778-6A18304748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e0f75a-d854-4cf8-bff0-9941ba8e3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17123</TotalTime>
  <Words>18</Words>
  <Application>Microsoft Macintosh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Roboto Thin</vt:lpstr>
      <vt:lpstr>Calibri</vt:lpstr>
      <vt:lpstr>Roboto</vt:lpstr>
      <vt:lpstr>Roboto Black</vt:lpstr>
      <vt:lpstr>MASQUE MINES PARIS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d’utilisation 1/3</dc:title>
  <dc:creator>Claire Cohen</dc:creator>
  <cp:lastModifiedBy>Pedro AFFONSO NOBREGA</cp:lastModifiedBy>
  <cp:revision>78</cp:revision>
  <dcterms:created xsi:type="dcterms:W3CDTF">2022-05-20T12:25:53Z</dcterms:created>
  <dcterms:modified xsi:type="dcterms:W3CDTF">2025-03-26T15:03:05Z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0x010100B6563B39C54C074FBBC8C5B9717A6676</vt:lpwstr>
  </property>
</Properties>
</file>